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2"/>
  </p:notesMasterIdLst>
  <p:sldIdLst>
    <p:sldId id="295" r:id="rId5"/>
    <p:sldId id="284" r:id="rId6"/>
    <p:sldId id="292" r:id="rId7"/>
    <p:sldId id="308" r:id="rId8"/>
    <p:sldId id="293" r:id="rId9"/>
    <p:sldId id="318" r:id="rId10"/>
    <p:sldId id="319" r:id="rId11"/>
    <p:sldId id="294" r:id="rId12"/>
    <p:sldId id="321" r:id="rId13"/>
    <p:sldId id="320" r:id="rId14"/>
    <p:sldId id="310" r:id="rId15"/>
    <p:sldId id="314" r:id="rId16"/>
    <p:sldId id="316" r:id="rId17"/>
    <p:sldId id="315" r:id="rId18"/>
    <p:sldId id="311" r:id="rId19"/>
    <p:sldId id="324" r:id="rId20"/>
    <p:sldId id="323" r:id="rId21"/>
    <p:sldId id="322" r:id="rId22"/>
    <p:sldId id="326" r:id="rId23"/>
    <p:sldId id="325" r:id="rId24"/>
    <p:sldId id="286" r:id="rId25"/>
    <p:sldId id="304" r:id="rId26"/>
    <p:sldId id="329" r:id="rId27"/>
    <p:sldId id="327" r:id="rId28"/>
    <p:sldId id="330" r:id="rId29"/>
    <p:sldId id="331" r:id="rId30"/>
    <p:sldId id="30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6216" userDrawn="1">
          <p15:clr>
            <a:srgbClr val="A4A3A4"/>
          </p15:clr>
        </p15:guide>
        <p15:guide id="3" pos="1440" userDrawn="1">
          <p15:clr>
            <a:srgbClr val="A4A3A4"/>
          </p15:clr>
        </p15:guide>
        <p15:guide id="4" orient="horz" pos="2352" userDrawn="1">
          <p15:clr>
            <a:srgbClr val="A4A3A4"/>
          </p15:clr>
        </p15:guide>
        <p15:guide id="5" orient="horz" pos="936" userDrawn="1">
          <p15:clr>
            <a:srgbClr val="A4A3A4"/>
          </p15:clr>
        </p15:guide>
        <p15:guide id="6" pos="3840" userDrawn="1">
          <p15:clr>
            <a:srgbClr val="A4A3A4"/>
          </p15:clr>
        </p15:guide>
        <p15:guide id="7" orient="horz" pos="31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C46A"/>
    <a:srgbClr val="97EFD3"/>
    <a:srgbClr val="F15574"/>
    <a:srgbClr val="F4EBE8"/>
    <a:srgbClr val="ECC4BF"/>
    <a:srgbClr val="C9ABA7"/>
    <a:srgbClr val="2828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899" autoAdjust="0"/>
  </p:normalViewPr>
  <p:slideViewPr>
    <p:cSldViewPr snapToGrid="0" snapToObjects="1" showGuides="1">
      <p:cViewPr varScale="1">
        <p:scale>
          <a:sx n="75" d="100"/>
          <a:sy n="75" d="100"/>
        </p:scale>
        <p:origin x="902" y="48"/>
      </p:cViewPr>
      <p:guideLst>
        <p:guide orient="horz" pos="528"/>
        <p:guide pos="6216"/>
        <p:guide pos="1440"/>
        <p:guide orient="horz" pos="2352"/>
        <p:guide orient="horz" pos="936"/>
        <p:guide pos="3840"/>
        <p:guide orient="horz" pos="31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8102F-BFA3-4357-9FA0-3A064E6F1B5A}" type="datetimeFigureOut">
              <a:rPr lang="en-US" smtClean="0"/>
              <a:t>12/16/2024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D3DFC-11A7-4DDF-8AEE-A5ACE051EBF3}" type="slidenum">
              <a:rPr lang="en-US" smtClean="0"/>
              <a:t>‹#›</a:t>
            </a:fld>
            <a:endParaRPr lang="en-US" dirty="0"/>
          </a:p>
        </p:txBody>
      </p:sp>
    </p:spTree>
    <p:extLst>
      <p:ext uri="{BB962C8B-B14F-4D97-AF65-F5344CB8AC3E}">
        <p14:creationId xmlns:p14="http://schemas.microsoft.com/office/powerpoint/2010/main" val="24030090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5</a:t>
            </a:fld>
            <a:endParaRPr lang="en-US" dirty="0"/>
          </a:p>
        </p:txBody>
      </p:sp>
    </p:spTree>
    <p:extLst>
      <p:ext uri="{BB962C8B-B14F-4D97-AF65-F5344CB8AC3E}">
        <p14:creationId xmlns:p14="http://schemas.microsoft.com/office/powerpoint/2010/main" val="1304556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21</a:t>
            </a:fld>
            <a:endParaRPr lang="en-US" dirty="0"/>
          </a:p>
        </p:txBody>
      </p:sp>
    </p:spTree>
    <p:extLst>
      <p:ext uri="{BB962C8B-B14F-4D97-AF65-F5344CB8AC3E}">
        <p14:creationId xmlns:p14="http://schemas.microsoft.com/office/powerpoint/2010/main" val="4240832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B4267-FD12-436C-A400-74799FCF0CD5}" type="slidenum">
              <a:rPr lang="en-US" smtClean="0"/>
              <a:t>22</a:t>
            </a:fld>
            <a:endParaRPr lang="en-US" dirty="0"/>
          </a:p>
        </p:txBody>
      </p:sp>
    </p:spTree>
    <p:extLst>
      <p:ext uri="{BB962C8B-B14F-4D97-AF65-F5344CB8AC3E}">
        <p14:creationId xmlns:p14="http://schemas.microsoft.com/office/powerpoint/2010/main" val="1719524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463040" y="2240280"/>
            <a:ext cx="4873752" cy="1709928"/>
          </a:xfrm>
        </p:spPr>
        <p:txBody>
          <a:bodyPr anchor="b">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463040" y="4014216"/>
            <a:ext cx="4873752" cy="630936"/>
          </a:xfrm>
        </p:spPr>
        <p:txBody>
          <a:bodyPr>
            <a:noAutofit/>
          </a:bodyPr>
          <a:lstStyle>
            <a:lvl1pPr marL="54864" indent="0" algn="l">
              <a:lnSpc>
                <a:spcPct val="12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7246779" y="812292"/>
            <a:ext cx="383462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3797591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8" name="Google Shape;1251;p56">
            <a:extLst>
              <a:ext uri="{FF2B5EF4-FFF2-40B4-BE49-F238E27FC236}">
                <a16:creationId xmlns:a16="http://schemas.microsoft.com/office/drawing/2014/main" id="{5BDBB369-4213-AA70-D2DD-33F4E9E1F195}"/>
              </a:ext>
            </a:extLst>
          </p:cNvPr>
          <p:cNvSpPr/>
          <p:nvPr userDrawn="1"/>
        </p:nvSpPr>
        <p:spPr>
          <a:xfrm>
            <a:off x="1072604" y="2550039"/>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3BF27898-0ACC-24EB-589A-96F29C94157A}"/>
              </a:ext>
            </a:extLst>
          </p:cNvPr>
          <p:cNvSpPr/>
          <p:nvPr userDrawn="1"/>
        </p:nvSpPr>
        <p:spPr>
          <a:xfrm>
            <a:off x="3235665" y="2522510"/>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62CA34BE-87A5-8F47-C395-886E6870CF67}"/>
              </a:ext>
            </a:extLst>
          </p:cNvPr>
          <p:cNvSpPr/>
          <p:nvPr userDrawn="1"/>
        </p:nvSpPr>
        <p:spPr>
          <a:xfrm>
            <a:off x="5415148" y="2513962"/>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E432D5F8-7F62-B5A0-F3AC-814BFBEEB0ED}"/>
              </a:ext>
            </a:extLst>
          </p:cNvPr>
          <p:cNvSpPr/>
          <p:nvPr userDrawn="1"/>
        </p:nvSpPr>
        <p:spPr>
          <a:xfrm>
            <a:off x="7530416" y="2524926"/>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FBCE3915-CF40-BF29-2DBB-D9F447CC7555}"/>
              </a:ext>
            </a:extLst>
          </p:cNvPr>
          <p:cNvSpPr/>
          <p:nvPr userDrawn="1"/>
        </p:nvSpPr>
        <p:spPr>
          <a:xfrm>
            <a:off x="9709899" y="2516378"/>
            <a:ext cx="1622434" cy="1622434"/>
          </a:xfrm>
          <a:prstGeom prst="ellipse">
            <a:avLst/>
          </a:prstGeom>
          <a:solidFill>
            <a:schemeClr val="accent3">
              <a:lumMod val="20000"/>
              <a:lumOff val="80000"/>
            </a:schemeClr>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Text Placeholder 19">
            <a:extLst>
              <a:ext uri="{FF2B5EF4-FFF2-40B4-BE49-F238E27FC236}">
                <a16:creationId xmlns:a16="http://schemas.microsoft.com/office/drawing/2014/main" id="{811789E5-14E6-E7AB-C9D8-6E51B4544B23}"/>
              </a:ext>
            </a:extLst>
          </p:cNvPr>
          <p:cNvSpPr>
            <a:spLocks noGrp="1"/>
          </p:cNvSpPr>
          <p:nvPr>
            <p:ph type="body" sz="quarter" idx="13" hasCustomPrompt="1"/>
          </p:nvPr>
        </p:nvSpPr>
        <p:spPr>
          <a:xfrm>
            <a:off x="98672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2" name="Text Placeholder 19">
            <a:extLst>
              <a:ext uri="{FF2B5EF4-FFF2-40B4-BE49-F238E27FC236}">
                <a16:creationId xmlns:a16="http://schemas.microsoft.com/office/drawing/2014/main" id="{AC40220B-3ED2-1841-92D5-C0056EF47402}"/>
              </a:ext>
            </a:extLst>
          </p:cNvPr>
          <p:cNvSpPr>
            <a:spLocks noGrp="1"/>
          </p:cNvSpPr>
          <p:nvPr>
            <p:ph type="body" sz="quarter" idx="14" hasCustomPrompt="1"/>
          </p:nvPr>
        </p:nvSpPr>
        <p:spPr>
          <a:xfrm>
            <a:off x="3154680"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3" name="Text Placeholder 19">
            <a:extLst>
              <a:ext uri="{FF2B5EF4-FFF2-40B4-BE49-F238E27FC236}">
                <a16:creationId xmlns:a16="http://schemas.microsoft.com/office/drawing/2014/main" id="{B8BC651C-16ED-1741-08D3-8BA2D618C650}"/>
              </a:ext>
            </a:extLst>
          </p:cNvPr>
          <p:cNvSpPr>
            <a:spLocks noGrp="1"/>
          </p:cNvSpPr>
          <p:nvPr>
            <p:ph type="body" sz="quarter" idx="15" hasCustomPrompt="1"/>
          </p:nvPr>
        </p:nvSpPr>
        <p:spPr>
          <a:xfrm>
            <a:off x="533095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4" name="Text Placeholder 19">
            <a:extLst>
              <a:ext uri="{FF2B5EF4-FFF2-40B4-BE49-F238E27FC236}">
                <a16:creationId xmlns:a16="http://schemas.microsoft.com/office/drawing/2014/main" id="{B42AFC50-5862-D501-9586-4A96D4DA667F}"/>
              </a:ext>
            </a:extLst>
          </p:cNvPr>
          <p:cNvSpPr>
            <a:spLocks noGrp="1"/>
          </p:cNvSpPr>
          <p:nvPr>
            <p:ph type="body" sz="quarter" idx="16" hasCustomPrompt="1"/>
          </p:nvPr>
        </p:nvSpPr>
        <p:spPr>
          <a:xfrm>
            <a:off x="7443216"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5" name="Text Placeholder 19">
            <a:extLst>
              <a:ext uri="{FF2B5EF4-FFF2-40B4-BE49-F238E27FC236}">
                <a16:creationId xmlns:a16="http://schemas.microsoft.com/office/drawing/2014/main" id="{45772425-B358-35A8-C707-76C81B500EDA}"/>
              </a:ext>
            </a:extLst>
          </p:cNvPr>
          <p:cNvSpPr>
            <a:spLocks noGrp="1"/>
          </p:cNvSpPr>
          <p:nvPr>
            <p:ph type="body" sz="quarter" idx="17" hasCustomPrompt="1"/>
          </p:nvPr>
        </p:nvSpPr>
        <p:spPr>
          <a:xfrm>
            <a:off x="9628632" y="2441448"/>
            <a:ext cx="1622425" cy="1622425"/>
          </a:xfrm>
          <a:prstGeom prst="ellipse">
            <a:avLst/>
          </a:prstGeom>
          <a:solidFill>
            <a:schemeClr val="accent3"/>
          </a:solidFill>
          <a:ln w="25400">
            <a:solidFill>
              <a:schemeClr val="tx1"/>
            </a:solidFill>
          </a:ln>
        </p:spPr>
        <p:txBody>
          <a:bodyPr anchor="ctr"/>
          <a:lstStyle>
            <a:lvl1pPr marL="0" indent="0" algn="ctr">
              <a:buNone/>
              <a:defRPr sz="5400">
                <a:solidFill>
                  <a:schemeClr val="bg1"/>
                </a:solidFill>
                <a:latin typeface="+mj-lt"/>
              </a:defRPr>
            </a:lvl1pPr>
          </a:lstStyle>
          <a:p>
            <a:pPr lvl="0"/>
            <a:r>
              <a:rPr lang="en-US" noProof="0"/>
              <a:t>0</a:t>
            </a:r>
          </a:p>
        </p:txBody>
      </p:sp>
      <p:sp>
        <p:nvSpPr>
          <p:cNvPr id="27" name="Text Placeholder 26">
            <a:extLst>
              <a:ext uri="{FF2B5EF4-FFF2-40B4-BE49-F238E27FC236}">
                <a16:creationId xmlns:a16="http://schemas.microsoft.com/office/drawing/2014/main" id="{B0B8A0CF-58B1-629F-C8DB-238E5114277C}"/>
              </a:ext>
            </a:extLst>
          </p:cNvPr>
          <p:cNvSpPr>
            <a:spLocks noGrp="1"/>
          </p:cNvSpPr>
          <p:nvPr>
            <p:ph type="body" sz="quarter" idx="18"/>
          </p:nvPr>
        </p:nvSpPr>
        <p:spPr>
          <a:xfrm>
            <a:off x="824102" y="432511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8" name="Text Placeholder 26">
            <a:extLst>
              <a:ext uri="{FF2B5EF4-FFF2-40B4-BE49-F238E27FC236}">
                <a16:creationId xmlns:a16="http://schemas.microsoft.com/office/drawing/2014/main" id="{3973DBDD-5F4C-3094-B5AB-751AF360379C}"/>
              </a:ext>
            </a:extLst>
          </p:cNvPr>
          <p:cNvSpPr>
            <a:spLocks noGrp="1"/>
          </p:cNvSpPr>
          <p:nvPr>
            <p:ph type="body" sz="quarter" idx="19"/>
          </p:nvPr>
        </p:nvSpPr>
        <p:spPr>
          <a:xfrm>
            <a:off x="2992056" y="432670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29" name="Text Placeholder 26">
            <a:extLst>
              <a:ext uri="{FF2B5EF4-FFF2-40B4-BE49-F238E27FC236}">
                <a16:creationId xmlns:a16="http://schemas.microsoft.com/office/drawing/2014/main" id="{6A7033DE-A188-7F2B-B42D-3B4334B2C4BE}"/>
              </a:ext>
            </a:extLst>
          </p:cNvPr>
          <p:cNvSpPr>
            <a:spLocks noGrp="1"/>
          </p:cNvSpPr>
          <p:nvPr>
            <p:ph type="body" sz="quarter" idx="20"/>
          </p:nvPr>
        </p:nvSpPr>
        <p:spPr>
          <a:xfrm>
            <a:off x="5168328" y="4313642"/>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0" name="Text Placeholder 26">
            <a:extLst>
              <a:ext uri="{FF2B5EF4-FFF2-40B4-BE49-F238E27FC236}">
                <a16:creationId xmlns:a16="http://schemas.microsoft.com/office/drawing/2014/main" id="{82C8DA85-8265-9485-A51D-73E1629CC541}"/>
              </a:ext>
            </a:extLst>
          </p:cNvPr>
          <p:cNvSpPr>
            <a:spLocks noGrp="1"/>
          </p:cNvSpPr>
          <p:nvPr>
            <p:ph type="body" sz="quarter" idx="21"/>
          </p:nvPr>
        </p:nvSpPr>
        <p:spPr>
          <a:xfrm>
            <a:off x="727985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31" name="Text Placeholder 26">
            <a:extLst>
              <a:ext uri="{FF2B5EF4-FFF2-40B4-BE49-F238E27FC236}">
                <a16:creationId xmlns:a16="http://schemas.microsoft.com/office/drawing/2014/main" id="{20594F27-59D4-99D2-77B5-71915573EDA4}"/>
              </a:ext>
            </a:extLst>
          </p:cNvPr>
          <p:cNvSpPr>
            <a:spLocks noGrp="1"/>
          </p:cNvSpPr>
          <p:nvPr>
            <p:ph type="body" sz="quarter" idx="22"/>
          </p:nvPr>
        </p:nvSpPr>
        <p:spPr>
          <a:xfrm>
            <a:off x="9466008" y="4319944"/>
            <a:ext cx="1947672" cy="630936"/>
          </a:xfrm>
        </p:spPr>
        <p:txBody>
          <a:bodyPr/>
          <a:lstStyle>
            <a:lvl1pPr marL="0" indent="0" algn="ctr">
              <a:lnSpc>
                <a:spcPct val="120000"/>
              </a:lnSpc>
              <a:spcBef>
                <a:spcPts val="0"/>
              </a:spcBef>
              <a:buNone/>
              <a:defRPr sz="2000">
                <a:latin typeface="+mj-lt"/>
              </a:defRPr>
            </a:lvl1pPr>
          </a:lstStyle>
          <a:p>
            <a:pPr lvl="0"/>
            <a:r>
              <a:rPr lang="en-US" noProof="0"/>
              <a:t>Click to edit Master text styles</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74892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F51DD675-2DC4-A4BE-C624-3048A2E666B7}"/>
              </a:ext>
            </a:extLst>
          </p:cNvPr>
          <p:cNvSpPr/>
          <p:nvPr userDrawn="1"/>
        </p:nvSpPr>
        <p:spPr>
          <a:xfrm>
            <a:off x="809553" y="1012104"/>
            <a:ext cx="6957749" cy="506173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Google Shape;328;p33">
            <a:extLst>
              <a:ext uri="{FF2B5EF4-FFF2-40B4-BE49-F238E27FC236}">
                <a16:creationId xmlns:a16="http://schemas.microsoft.com/office/drawing/2014/main" id="{A0952ED0-9FCB-B6D2-E806-E2663B8961D0}"/>
              </a:ext>
            </a:extLst>
          </p:cNvPr>
          <p:cNvSpPr/>
          <p:nvPr userDrawn="1"/>
        </p:nvSpPr>
        <p:spPr>
          <a:xfrm>
            <a:off x="600338" y="782757"/>
            <a:ext cx="6957749" cy="506173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1389888" y="1719072"/>
            <a:ext cx="5038344" cy="1709928"/>
          </a:xfrm>
        </p:spPr>
        <p:txBody>
          <a:bodyPr/>
          <a:lstStyle>
            <a:lvl1pPr algn="l">
              <a:lnSpc>
                <a:spcPct val="90000"/>
              </a:lnSpc>
              <a:defRPr/>
            </a:lvl1pPr>
          </a:lstStyle>
          <a:p>
            <a:r>
              <a:rPr lang="en-US" noProof="0"/>
              <a:t>Click to edit Master title style</a:t>
            </a:r>
          </a:p>
        </p:txBody>
      </p:sp>
      <p:sp>
        <p:nvSpPr>
          <p:cNvPr id="10" name="Picture Placeholder 9">
            <a:extLst>
              <a:ext uri="{FF2B5EF4-FFF2-40B4-BE49-F238E27FC236}">
                <a16:creationId xmlns:a16="http://schemas.microsoft.com/office/drawing/2014/main" id="{0BC3CDDF-FEA3-712D-9071-515D264F06E7}"/>
              </a:ext>
            </a:extLst>
          </p:cNvPr>
          <p:cNvSpPr>
            <a:spLocks noGrp="1"/>
          </p:cNvSpPr>
          <p:nvPr>
            <p:ph type="pic" sz="quarter" idx="13"/>
          </p:nvPr>
        </p:nvSpPr>
        <p:spPr>
          <a:xfrm>
            <a:off x="8296656" y="0"/>
            <a:ext cx="3895344" cy="6858000"/>
          </a:xfrm>
          <a:solidFill>
            <a:schemeClr val="accent1"/>
          </a:solidFill>
        </p:spPr>
        <p:txBody>
          <a:bodyPr anchor="ctr"/>
          <a:lstStyle>
            <a:lvl1pPr marL="0" indent="0" algn="ctr">
              <a:buNone/>
              <a:defRPr/>
            </a:lvl1pPr>
          </a:lstStyle>
          <a:p>
            <a:r>
              <a:rPr lang="en-US" noProof="0"/>
              <a:t>Click icon to add picture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1389888" y="3054096"/>
            <a:ext cx="5010912" cy="2130552"/>
          </a:xfrm>
        </p:spPr>
        <p:txBody>
          <a:bodyPr/>
          <a:lstStyle>
            <a:lvl1pPr marL="54864" indent="0">
              <a:lnSpc>
                <a:spcPct val="12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cxnSp>
        <p:nvCxnSpPr>
          <p:cNvPr id="28" name="Straight Connector 27">
            <a:extLst>
              <a:ext uri="{FF2B5EF4-FFF2-40B4-BE49-F238E27FC236}">
                <a16:creationId xmlns:a16="http://schemas.microsoft.com/office/drawing/2014/main" id="{A4F7CD76-D087-685D-2E27-537F34D67EBE}"/>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a:xfrm>
            <a:off x="3962400" y="6400904"/>
            <a:ext cx="365760" cy="246888"/>
          </a:xfrm>
        </p:spPr>
        <p:txBody>
          <a:bodyPr/>
          <a:lstStyle>
            <a:lvl1pPr>
              <a:defRPr>
                <a:solidFill>
                  <a:schemeClr val="bg1"/>
                </a:solidFill>
              </a:defRPr>
            </a:lvl1pPr>
          </a:lstStyle>
          <a:p>
            <a:fld id="{8D0AFDD5-844D-364D-8AEC-50CF4D36D55D}" type="slidenum">
              <a:rPr lang="en-US" noProof="0" smtClean="0"/>
              <a:pPr/>
              <a:t>‹#›</a:t>
            </a:fld>
            <a:endParaRPr lang="en-US" noProof="0"/>
          </a:p>
        </p:txBody>
      </p:sp>
      <p:grpSp>
        <p:nvGrpSpPr>
          <p:cNvPr id="13" name="Group 12">
            <a:extLst>
              <a:ext uri="{FF2B5EF4-FFF2-40B4-BE49-F238E27FC236}">
                <a16:creationId xmlns:a16="http://schemas.microsoft.com/office/drawing/2014/main" id="{0C63F889-82B6-D594-DA07-4C82AE33663F}"/>
              </a:ext>
            </a:extLst>
          </p:cNvPr>
          <p:cNvGrpSpPr/>
          <p:nvPr userDrawn="1"/>
        </p:nvGrpSpPr>
        <p:grpSpPr>
          <a:xfrm>
            <a:off x="0" y="6527001"/>
            <a:ext cx="8294153" cy="5617"/>
            <a:chOff x="0" y="6527001"/>
            <a:chExt cx="8294153" cy="5617"/>
          </a:xfrm>
        </p:grpSpPr>
        <p:cxnSp>
          <p:nvCxnSpPr>
            <p:cNvPr id="14" name="Straight Connector 13">
              <a:extLst>
                <a:ext uri="{FF2B5EF4-FFF2-40B4-BE49-F238E27FC236}">
                  <a16:creationId xmlns:a16="http://schemas.microsoft.com/office/drawing/2014/main" id="{3F4BFE95-6DCA-752C-0F0C-CCAF1A576CD0}"/>
                </a:ext>
              </a:extLst>
            </p:cNvPr>
            <p:cNvCxnSpPr>
              <a:cxnSpLocks/>
            </p:cNvCxnSpPr>
            <p:nvPr/>
          </p:nvCxnSpPr>
          <p:spPr>
            <a:xfrm>
              <a:off x="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920C2FA-C2E7-21E2-09D0-3BA6B1BC2C1E}"/>
                </a:ext>
              </a:extLst>
            </p:cNvPr>
            <p:cNvCxnSpPr>
              <a:cxnSpLocks/>
            </p:cNvCxnSpPr>
            <p:nvPr/>
          </p:nvCxnSpPr>
          <p:spPr>
            <a:xfrm>
              <a:off x="4358640" y="6527001"/>
              <a:ext cx="3935513" cy="56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8208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8D51F-4DA4-5AB7-6ACD-17065B86DE72}"/>
              </a:ext>
            </a:extLst>
          </p:cNvPr>
          <p:cNvSpPr>
            <a:spLocks noGrp="1"/>
          </p:cNvSpPr>
          <p:nvPr>
            <p:ph type="title"/>
          </p:nvPr>
        </p:nvSpPr>
        <p:spPr>
          <a:xfrm>
            <a:off x="731520" y="1947672"/>
            <a:ext cx="3017520" cy="1938528"/>
          </a:xfrm>
        </p:spPr>
        <p:txBody>
          <a:bodyPr anchor="t"/>
          <a:lstStyle>
            <a:lvl1pPr algn="l">
              <a:defRPr sz="6000"/>
            </a:lvl1pPr>
          </a:lstStyle>
          <a:p>
            <a:r>
              <a:rPr lang="en-US" noProof="0"/>
              <a:t>Click to edit Master title style</a:t>
            </a:r>
          </a:p>
        </p:txBody>
      </p:sp>
      <p:sp>
        <p:nvSpPr>
          <p:cNvPr id="3" name="Text Placeholder 2">
            <a:extLst>
              <a:ext uri="{FF2B5EF4-FFF2-40B4-BE49-F238E27FC236}">
                <a16:creationId xmlns:a16="http://schemas.microsoft.com/office/drawing/2014/main" id="{F4264711-7A11-A788-DD48-17D0C3B08384}"/>
              </a:ext>
            </a:extLst>
          </p:cNvPr>
          <p:cNvSpPr>
            <a:spLocks noGrp="1"/>
          </p:cNvSpPr>
          <p:nvPr>
            <p:ph type="body" idx="1"/>
          </p:nvPr>
        </p:nvSpPr>
        <p:spPr>
          <a:xfrm>
            <a:off x="758952" y="4279392"/>
            <a:ext cx="2980944" cy="402336"/>
          </a:xfrm>
        </p:spPr>
        <p:txBody>
          <a:bodyPr/>
          <a:lstStyle>
            <a:lvl1pPr marL="0" indent="0">
              <a:lnSpc>
                <a:spcPct val="100000"/>
              </a:lnSpc>
              <a:spcBef>
                <a:spcPts val="0"/>
              </a:spcBef>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8" name="Google Shape;1251;p56">
            <a:extLst>
              <a:ext uri="{FF2B5EF4-FFF2-40B4-BE49-F238E27FC236}">
                <a16:creationId xmlns:a16="http://schemas.microsoft.com/office/drawing/2014/main" id="{9061A64A-DA6A-5D22-BE0B-94B0626A6CF1}"/>
              </a:ext>
            </a:extLst>
          </p:cNvPr>
          <p:cNvSpPr/>
          <p:nvPr userDrawn="1"/>
        </p:nvSpPr>
        <p:spPr>
          <a:xfrm>
            <a:off x="5102241" y="597060"/>
            <a:ext cx="5949692" cy="5949692"/>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Picture Placeholder 9">
            <a:extLst>
              <a:ext uri="{FF2B5EF4-FFF2-40B4-BE49-F238E27FC236}">
                <a16:creationId xmlns:a16="http://schemas.microsoft.com/office/drawing/2014/main" id="{E88E5310-5724-6031-306F-4110AC65EBDB}"/>
              </a:ext>
            </a:extLst>
          </p:cNvPr>
          <p:cNvSpPr>
            <a:spLocks noGrp="1" noChangeAspect="1"/>
          </p:cNvSpPr>
          <p:nvPr>
            <p:ph type="pic" sz="quarter" idx="10"/>
          </p:nvPr>
        </p:nvSpPr>
        <p:spPr>
          <a:xfrm>
            <a:off x="5001768" y="420624"/>
            <a:ext cx="5897880" cy="5897880"/>
          </a:xfrm>
          <a:prstGeom prst="ellipse">
            <a:avLst/>
          </a:prstGeom>
          <a:solidFill>
            <a:schemeClr val="accent1"/>
          </a:solidFill>
          <a:ln w="25400">
            <a:solidFill>
              <a:schemeClr val="tx1"/>
            </a:solidFill>
          </a:ln>
        </p:spPr>
        <p:txBody>
          <a:bodyPr anchor="ctr"/>
          <a:lstStyle>
            <a:lvl1pPr marL="0" indent="0" algn="ctr">
              <a:buNone/>
              <a:defRPr/>
            </a:lvl1pPr>
          </a:lstStyle>
          <a:p>
            <a:r>
              <a:rPr lang="en-US" noProof="0"/>
              <a:t>Click icon to add picture</a:t>
            </a:r>
          </a:p>
        </p:txBody>
      </p:sp>
    </p:spTree>
    <p:extLst>
      <p:ext uri="{BB962C8B-B14F-4D97-AF65-F5344CB8AC3E}">
        <p14:creationId xmlns:p14="http://schemas.microsoft.com/office/powerpoint/2010/main" val="79116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484632" y="1810512"/>
            <a:ext cx="11000232" cy="416052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754CBAEF-CF24-7502-B796-D47DF23F28D4}"/>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5" name="Footer Placeholder 4">
            <a:extLst>
              <a:ext uri="{FF2B5EF4-FFF2-40B4-BE49-F238E27FC236}">
                <a16:creationId xmlns:a16="http://schemas.microsoft.com/office/drawing/2014/main" id="{82D9E7CE-C596-EE32-BBFE-799C10EFBBB2}"/>
              </a:ext>
            </a:extLst>
          </p:cNvPr>
          <p:cNvSpPr>
            <a:spLocks noGrp="1"/>
          </p:cNvSpPr>
          <p:nvPr>
            <p:ph type="ftr" sz="quarter" idx="11"/>
          </p:nvPr>
        </p:nvSpPr>
        <p:spPr/>
        <p:txBody>
          <a:bodyPr/>
          <a:lstStyle/>
          <a:p>
            <a:r>
              <a:rPr lang="en-US" noProof="0"/>
              <a:t>Presentation title</a:t>
            </a:r>
          </a:p>
        </p:txBody>
      </p:sp>
      <p:sp>
        <p:nvSpPr>
          <p:cNvPr id="4" name="Date Placeholder 3">
            <a:extLst>
              <a:ext uri="{FF2B5EF4-FFF2-40B4-BE49-F238E27FC236}">
                <a16:creationId xmlns:a16="http://schemas.microsoft.com/office/drawing/2014/main" id="{7490B60C-999F-167B-3927-D752A0DE60A7}"/>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120134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3"/>
        </a:solidFill>
        <a:effectLst/>
      </p:bgPr>
    </p:bg>
    <p:spTree>
      <p:nvGrpSpPr>
        <p:cNvPr id="1" name=""/>
        <p:cNvGrpSpPr/>
        <p:nvPr/>
      </p:nvGrpSpPr>
      <p:grpSpPr>
        <a:xfrm>
          <a:off x="0" y="0"/>
          <a:ext cx="0" cy="0"/>
          <a:chOff x="0" y="0"/>
          <a:chExt cx="0" cy="0"/>
        </a:xfrm>
      </p:grpSpPr>
      <p:sp>
        <p:nvSpPr>
          <p:cNvPr id="12" name="Google Shape;327;p33">
            <a:extLst>
              <a:ext uri="{FF2B5EF4-FFF2-40B4-BE49-F238E27FC236}">
                <a16:creationId xmlns:a16="http://schemas.microsoft.com/office/drawing/2014/main" id="{EA1EE280-E44E-F71B-ED1B-CA8CEDEE6175}"/>
              </a:ext>
            </a:extLst>
          </p:cNvPr>
          <p:cNvSpPr/>
          <p:nvPr userDrawn="1"/>
        </p:nvSpPr>
        <p:spPr>
          <a:xfrm>
            <a:off x="1087280" y="1161412"/>
            <a:ext cx="10221119" cy="4831742"/>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4" name="Google Shape;328;p33">
            <a:extLst>
              <a:ext uri="{FF2B5EF4-FFF2-40B4-BE49-F238E27FC236}">
                <a16:creationId xmlns:a16="http://schemas.microsoft.com/office/drawing/2014/main" id="{332C8624-D848-DF0C-9104-7A2655E4A0FE}"/>
              </a:ext>
            </a:extLst>
          </p:cNvPr>
          <p:cNvSpPr/>
          <p:nvPr userDrawn="1"/>
        </p:nvSpPr>
        <p:spPr>
          <a:xfrm>
            <a:off x="858371" y="800100"/>
            <a:ext cx="10221119" cy="4953001"/>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a:xfrm>
            <a:off x="2862072" y="2322576"/>
            <a:ext cx="6473952" cy="1901952"/>
          </a:xfrm>
        </p:spPr>
        <p:txBody>
          <a:bodyPr anchor="ctr"/>
          <a:lstStyle>
            <a:lvl1pPr algn="l">
              <a:lnSpc>
                <a:spcPct val="90000"/>
              </a:lnSpc>
              <a:defRPr sz="4000"/>
            </a:lvl1pPr>
          </a:lstStyle>
          <a:p>
            <a:r>
              <a:rPr lang="en-US" noProof="0"/>
              <a:t>Click to edit Master title style</a:t>
            </a:r>
          </a:p>
        </p:txBody>
      </p:sp>
      <p:sp>
        <p:nvSpPr>
          <p:cNvPr id="18" name="Text Placeholder 15">
            <a:extLst>
              <a:ext uri="{FF2B5EF4-FFF2-40B4-BE49-F238E27FC236}">
                <a16:creationId xmlns:a16="http://schemas.microsoft.com/office/drawing/2014/main" id="{4817D722-78FF-E98D-229F-DDC8146F5572}"/>
              </a:ext>
            </a:extLst>
          </p:cNvPr>
          <p:cNvSpPr>
            <a:spLocks noGrp="1"/>
          </p:cNvSpPr>
          <p:nvPr>
            <p:ph type="body" sz="quarter" idx="15" hasCustomPrompt="1"/>
          </p:nvPr>
        </p:nvSpPr>
        <p:spPr>
          <a:xfrm>
            <a:off x="1027874" y="809103"/>
            <a:ext cx="1798955" cy="2062163"/>
          </a:xfrm>
        </p:spPr>
        <p:txBody>
          <a:bodyPr anchor="t"/>
          <a:lstStyle>
            <a:lvl1pPr marL="0" indent="0">
              <a:buNone/>
              <a:defRPr sz="25000" b="1">
                <a:solidFill>
                  <a:schemeClr val="tx2"/>
                </a:solidFill>
                <a:latin typeface="+mj-lt"/>
              </a:defRPr>
            </a:lvl1pPr>
          </a:lstStyle>
          <a:p>
            <a:pPr lvl="0"/>
            <a:r>
              <a:rPr lang="en-US" noProof="0"/>
              <a:t>“</a:t>
            </a:r>
          </a:p>
        </p:txBody>
      </p:sp>
      <p:sp>
        <p:nvSpPr>
          <p:cNvPr id="3" name="Content Placeholder 2">
            <a:extLst>
              <a:ext uri="{FF2B5EF4-FFF2-40B4-BE49-F238E27FC236}">
                <a16:creationId xmlns:a16="http://schemas.microsoft.com/office/drawing/2014/main" id="{A00F6C1B-F86D-84E1-F13C-1A2310E172C3}"/>
              </a:ext>
            </a:extLst>
          </p:cNvPr>
          <p:cNvSpPr>
            <a:spLocks noGrp="1"/>
          </p:cNvSpPr>
          <p:nvPr>
            <p:ph idx="1"/>
          </p:nvPr>
        </p:nvSpPr>
        <p:spPr>
          <a:xfrm>
            <a:off x="2862072" y="4334256"/>
            <a:ext cx="2340864" cy="585216"/>
          </a:xfrm>
        </p:spPr>
        <p:txBody>
          <a:bodyPr/>
          <a:lstStyle>
            <a:lvl1pPr marL="0" indent="0">
              <a:lnSpc>
                <a:spcPct val="100000"/>
              </a:lnSpc>
              <a:spcBef>
                <a:spcPts val="0"/>
              </a:spcBef>
              <a:buNone/>
              <a:defRPr sz="2000"/>
            </a:lvl1pPr>
          </a:lstStyle>
          <a:p>
            <a:pPr lvl="0"/>
            <a:r>
              <a:rPr lang="en-US" noProof="0"/>
              <a:t>Click to edit Master text styles</a:t>
            </a:r>
          </a:p>
        </p:txBody>
      </p:sp>
      <p:sp>
        <p:nvSpPr>
          <p:cNvPr id="17" name="Text Placeholder 15">
            <a:extLst>
              <a:ext uri="{FF2B5EF4-FFF2-40B4-BE49-F238E27FC236}">
                <a16:creationId xmlns:a16="http://schemas.microsoft.com/office/drawing/2014/main" id="{F9A35D83-86B3-5132-45B2-6382E8F3A4C2}"/>
              </a:ext>
            </a:extLst>
          </p:cNvPr>
          <p:cNvSpPr>
            <a:spLocks noGrp="1"/>
          </p:cNvSpPr>
          <p:nvPr>
            <p:ph type="body" sz="quarter" idx="14" hasCustomPrompt="1"/>
          </p:nvPr>
        </p:nvSpPr>
        <p:spPr>
          <a:xfrm>
            <a:off x="9281160" y="3957272"/>
            <a:ext cx="1798955" cy="2062163"/>
          </a:xfrm>
        </p:spPr>
        <p:txBody>
          <a:bodyPr/>
          <a:lstStyle>
            <a:lvl1pPr marL="0" indent="0">
              <a:buNone/>
              <a:defRPr sz="25000" b="1">
                <a:solidFill>
                  <a:schemeClr val="tx2"/>
                </a:solidFill>
                <a:latin typeface="+mj-lt"/>
              </a:defRPr>
            </a:lvl1pPr>
          </a:lstStyle>
          <a:p>
            <a:pPr lvl="0"/>
            <a:r>
              <a:rPr lang="en-US" noProof="0"/>
              <a:t>”</a:t>
            </a:r>
          </a:p>
        </p:txBody>
      </p:sp>
      <p:sp>
        <p:nvSpPr>
          <p:cNvPr id="7" name="Date Placeholder 6">
            <a:extLst>
              <a:ext uri="{FF2B5EF4-FFF2-40B4-BE49-F238E27FC236}">
                <a16:creationId xmlns:a16="http://schemas.microsoft.com/office/drawing/2014/main" id="{C1F53ABF-1C17-E7D0-EEB7-468CEDF285C7}"/>
              </a:ext>
            </a:extLst>
          </p:cNvPr>
          <p:cNvSpPr>
            <a:spLocks noGrp="1"/>
          </p:cNvSpPr>
          <p:nvPr>
            <p:ph type="dt" sz="half" idx="16"/>
          </p:nvPr>
        </p:nvSpPr>
        <p:spPr/>
        <p:txBody>
          <a:bodyPr/>
          <a:lstStyle/>
          <a:p>
            <a:r>
              <a:rPr lang="en-US" noProof="0"/>
              <a:t>20XX</a:t>
            </a:r>
          </a:p>
        </p:txBody>
      </p:sp>
      <p:sp>
        <p:nvSpPr>
          <p:cNvPr id="8" name="Footer Placeholder 7">
            <a:extLst>
              <a:ext uri="{FF2B5EF4-FFF2-40B4-BE49-F238E27FC236}">
                <a16:creationId xmlns:a16="http://schemas.microsoft.com/office/drawing/2014/main" id="{86A64DF1-77A3-B856-5F46-12724706B8A1}"/>
              </a:ext>
            </a:extLst>
          </p:cNvPr>
          <p:cNvSpPr>
            <a:spLocks noGrp="1"/>
          </p:cNvSpPr>
          <p:nvPr>
            <p:ph type="ftr" sz="quarter" idx="17"/>
          </p:nvPr>
        </p:nvSpPr>
        <p:spPr/>
        <p:txBody>
          <a:bodyPr/>
          <a:lstStyle/>
          <a:p>
            <a:r>
              <a:rPr lang="en-US" noProof="0"/>
              <a:t>Presentation title</a:t>
            </a:r>
          </a:p>
        </p:txBody>
      </p:sp>
      <p:sp>
        <p:nvSpPr>
          <p:cNvPr id="9" name="Slide Number Placeholder 8">
            <a:extLst>
              <a:ext uri="{FF2B5EF4-FFF2-40B4-BE49-F238E27FC236}">
                <a16:creationId xmlns:a16="http://schemas.microsoft.com/office/drawing/2014/main" id="{D8961FC7-9CAD-4B2D-A8F6-C172AF6D5EB1}"/>
              </a:ext>
            </a:extLst>
          </p:cNvPr>
          <p:cNvSpPr>
            <a:spLocks noGrp="1"/>
          </p:cNvSpPr>
          <p:nvPr>
            <p:ph type="sldNum" sz="quarter" idx="18"/>
          </p:nvPr>
        </p:nvSpPr>
        <p:spPr/>
        <p:txBody>
          <a:bodyPr/>
          <a:lstStyle/>
          <a:p>
            <a:fld id="{8D0AFDD5-844D-364D-8AEC-50CF4D36D55D}" type="slidenum">
              <a:rPr lang="en-US" noProof="0" smtClean="0"/>
              <a:pPr/>
              <a:t>‹#›</a:t>
            </a:fld>
            <a:endParaRPr lang="en-US" noProof="0"/>
          </a:p>
        </p:txBody>
      </p:sp>
    </p:spTree>
    <p:extLst>
      <p:ext uri="{BB962C8B-B14F-4D97-AF65-F5344CB8AC3E}">
        <p14:creationId xmlns:p14="http://schemas.microsoft.com/office/powerpoint/2010/main" val="2884380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7" name="Google Shape;1149;p53">
            <a:extLst>
              <a:ext uri="{FF2B5EF4-FFF2-40B4-BE49-F238E27FC236}">
                <a16:creationId xmlns:a16="http://schemas.microsoft.com/office/drawing/2014/main" id="{E21113D2-FC9F-27EC-7A45-E8F7695D1407}"/>
              </a:ext>
            </a:extLst>
          </p:cNvPr>
          <p:cNvSpPr/>
          <p:nvPr userDrawn="1"/>
        </p:nvSpPr>
        <p:spPr>
          <a:xfrm>
            <a:off x="694922"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9;p53">
            <a:extLst>
              <a:ext uri="{FF2B5EF4-FFF2-40B4-BE49-F238E27FC236}">
                <a16:creationId xmlns:a16="http://schemas.microsoft.com/office/drawing/2014/main" id="{AD0B836B-7152-D6F5-7044-4B3B321454F5}"/>
              </a:ext>
            </a:extLst>
          </p:cNvPr>
          <p:cNvSpPr/>
          <p:nvPr userDrawn="1"/>
        </p:nvSpPr>
        <p:spPr>
          <a:xfrm>
            <a:off x="3541000" y="2330750"/>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9;p53">
            <a:extLst>
              <a:ext uri="{FF2B5EF4-FFF2-40B4-BE49-F238E27FC236}">
                <a16:creationId xmlns:a16="http://schemas.microsoft.com/office/drawing/2014/main" id="{65518B88-F549-D8C7-0CD2-91E7CABE5E13}"/>
              </a:ext>
            </a:extLst>
          </p:cNvPr>
          <p:cNvSpPr/>
          <p:nvPr userDrawn="1"/>
        </p:nvSpPr>
        <p:spPr>
          <a:xfrm>
            <a:off x="6387080"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1149;p53">
            <a:extLst>
              <a:ext uri="{FF2B5EF4-FFF2-40B4-BE49-F238E27FC236}">
                <a16:creationId xmlns:a16="http://schemas.microsoft.com/office/drawing/2014/main" id="{EF098B7F-7320-E28C-D4A0-9C0D6072BDA7}"/>
              </a:ext>
            </a:extLst>
          </p:cNvPr>
          <p:cNvSpPr/>
          <p:nvPr userDrawn="1"/>
        </p:nvSpPr>
        <p:spPr>
          <a:xfrm>
            <a:off x="9233158" y="2328404"/>
            <a:ext cx="2542032" cy="3200400"/>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2193042"/>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2193042"/>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2169547"/>
            <a:ext cx="2514600" cy="3200400"/>
          </a:xfrm>
          <a:solidFill>
            <a:schemeClr val="accent5"/>
          </a:solidFill>
          <a:ln w="25400">
            <a:solidFill>
              <a:schemeClr val="dk1"/>
            </a:solidFill>
          </a:ln>
        </p:spPr>
        <p:txBody>
          <a:bodyPr tIns="2377440"/>
          <a:lstStyle>
            <a:lvl1pPr marL="0" indent="0" algn="ctr">
              <a:buFont typeface="Arial" panose="020B0604020202020204" pitchFamily="34" charset="0"/>
              <a:buNone/>
              <a:defRPr sz="20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2169547"/>
            <a:ext cx="2487168" cy="210312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4846546"/>
            <a:ext cx="2514600" cy="338328"/>
          </a:xfrm>
        </p:spPr>
        <p:txBody>
          <a:bodyPr/>
          <a:lstStyle>
            <a:lvl1pPr marL="0" indent="0" algn="ctr">
              <a:lnSpc>
                <a:spcPct val="100000"/>
              </a:lnSpc>
              <a:spcBef>
                <a:spcPts val="0"/>
              </a:spcBef>
              <a:buNone/>
              <a:defRPr sz="1600"/>
            </a:lvl1pPr>
          </a:lstStyle>
          <a:p>
            <a:pPr lvl="0"/>
            <a:r>
              <a:rPr lang="en-US" noProof="0"/>
              <a:t>Click to edit Master text styles</a:t>
            </a:r>
          </a:p>
        </p:txBody>
      </p:sp>
      <p:cxnSp>
        <p:nvCxnSpPr>
          <p:cNvPr id="47" name="Straight Connector 46">
            <a:extLst>
              <a:ext uri="{FF2B5EF4-FFF2-40B4-BE49-F238E27FC236}">
                <a16:creationId xmlns:a16="http://schemas.microsoft.com/office/drawing/2014/main" id="{78252B54-8A68-DB21-54FB-342276BCEE38}"/>
              </a:ext>
            </a:extLst>
          </p:cNvPr>
          <p:cNvCxnSpPr>
            <a:cxnSpLocks/>
          </p:cNvCxnSpPr>
          <p:nvPr userDrawn="1"/>
        </p:nvCxnSpPr>
        <p:spPr>
          <a:xfrm>
            <a:off x="0" y="6535885"/>
            <a:ext cx="8382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84EF8F-B039-D242-A81B-F393B674C274}"/>
              </a:ext>
            </a:extLst>
          </p:cNvPr>
          <p:cNvCxnSpPr>
            <a:cxnSpLocks/>
          </p:cNvCxnSpPr>
          <p:nvPr userDrawn="1"/>
        </p:nvCxnSpPr>
        <p:spPr>
          <a:xfrm>
            <a:off x="1205025" y="6535885"/>
            <a:ext cx="416052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A9D6E63-D581-350F-03A0-665A80481391}"/>
              </a:ext>
            </a:extLst>
          </p:cNvPr>
          <p:cNvCxnSpPr>
            <a:cxnSpLocks/>
          </p:cNvCxnSpPr>
          <p:nvPr userDrawn="1"/>
        </p:nvCxnSpPr>
        <p:spPr>
          <a:xfrm>
            <a:off x="6802120" y="6528812"/>
            <a:ext cx="384048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A05D09F-A5CA-2745-537C-05333575CD8F}"/>
              </a:ext>
            </a:extLst>
          </p:cNvPr>
          <p:cNvCxnSpPr>
            <a:cxnSpLocks/>
          </p:cNvCxnSpPr>
          <p:nvPr userDrawn="1"/>
        </p:nvCxnSpPr>
        <p:spPr>
          <a:xfrm>
            <a:off x="11276341" y="6528816"/>
            <a:ext cx="9144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C2F2B86B-C1F2-7E0E-C065-E2B156A7F8E4}"/>
              </a:ext>
            </a:extLst>
          </p:cNvPr>
          <p:cNvSpPr>
            <a:spLocks noGrp="1"/>
          </p:cNvSpPr>
          <p:nvPr>
            <p:ph type="sldNum" sz="quarter" idx="12"/>
          </p:nvPr>
        </p:nvSpPr>
        <p:spPr/>
        <p:txBody>
          <a:bodyPr/>
          <a:lstStyle>
            <a:lvl1pPr>
              <a:defRPr>
                <a:solidFill>
                  <a:schemeClr val="bg1"/>
                </a:solidFill>
              </a:defRPr>
            </a:lvl1p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15DA4D1-2752-E7A4-2EB8-33E55361D7BE}"/>
              </a:ext>
            </a:extLst>
          </p:cNvPr>
          <p:cNvSpPr>
            <a:spLocks noGrp="1"/>
          </p:cNvSpPr>
          <p:nvPr>
            <p:ph type="ftr" sz="quarter" idx="11"/>
          </p:nvPr>
        </p:nvSpPr>
        <p:spPr/>
        <p:txBody>
          <a:bodyPr/>
          <a:lstStyle>
            <a:lvl1pPr>
              <a:defRPr>
                <a:solidFill>
                  <a:schemeClr val="bg1"/>
                </a:solidFill>
              </a:defRPr>
            </a:lvl1pPr>
          </a:lstStyle>
          <a:p>
            <a:r>
              <a:rPr lang="en-US" noProof="0"/>
              <a:t>Presentation title</a:t>
            </a:r>
          </a:p>
        </p:txBody>
      </p:sp>
      <p:sp>
        <p:nvSpPr>
          <p:cNvPr id="3" name="Date Placeholder 2">
            <a:extLst>
              <a:ext uri="{FF2B5EF4-FFF2-40B4-BE49-F238E27FC236}">
                <a16:creationId xmlns:a16="http://schemas.microsoft.com/office/drawing/2014/main" id="{0BC200B8-5151-AE1E-3DA7-04B965986211}"/>
              </a:ext>
            </a:extLst>
          </p:cNvPr>
          <p:cNvSpPr>
            <a:spLocks noGrp="1"/>
          </p:cNvSpPr>
          <p:nvPr>
            <p:ph type="dt" sz="half" idx="10"/>
          </p:nvPr>
        </p:nvSpPr>
        <p:spPr/>
        <p:txBody>
          <a:bodyPr/>
          <a:lstStyle>
            <a:lvl1pPr>
              <a:defRPr>
                <a:solidFill>
                  <a:schemeClr val="bg1"/>
                </a:solidFill>
              </a:defRPr>
            </a:lvl1pPr>
          </a:lstStyle>
          <a:p>
            <a:r>
              <a:rPr lang="en-US" noProof="0"/>
              <a:t>20XX</a:t>
            </a:r>
          </a:p>
        </p:txBody>
      </p:sp>
    </p:spTree>
    <p:extLst>
      <p:ext uri="{BB962C8B-B14F-4D97-AF65-F5344CB8AC3E}">
        <p14:creationId xmlns:p14="http://schemas.microsoft.com/office/powerpoint/2010/main" val="3939377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bg>
      <p:bgPr>
        <a:solidFill>
          <a:schemeClr val="accent2"/>
        </a:solidFill>
        <a:effectLst/>
      </p:bgPr>
    </p:bg>
    <p:spTree>
      <p:nvGrpSpPr>
        <p:cNvPr id="1" name=""/>
        <p:cNvGrpSpPr/>
        <p:nvPr/>
      </p:nvGrpSpPr>
      <p:grpSpPr>
        <a:xfrm>
          <a:off x="0" y="0"/>
          <a:ext cx="0" cy="0"/>
          <a:chOff x="0" y="0"/>
          <a:chExt cx="0" cy="0"/>
        </a:xfrm>
      </p:grpSpPr>
      <p:sp>
        <p:nvSpPr>
          <p:cNvPr id="8" name="Google Shape;1149;p53">
            <a:extLst>
              <a:ext uri="{FF2B5EF4-FFF2-40B4-BE49-F238E27FC236}">
                <a16:creationId xmlns:a16="http://schemas.microsoft.com/office/drawing/2014/main" id="{559D8666-7371-3C57-AFFE-49810709BDDB}"/>
              </a:ext>
            </a:extLst>
          </p:cNvPr>
          <p:cNvSpPr/>
          <p:nvPr userDrawn="1"/>
        </p:nvSpPr>
        <p:spPr>
          <a:xfrm>
            <a:off x="663551"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149;p53">
            <a:extLst>
              <a:ext uri="{FF2B5EF4-FFF2-40B4-BE49-F238E27FC236}">
                <a16:creationId xmlns:a16="http://schemas.microsoft.com/office/drawing/2014/main" id="{434B564B-DE03-74A6-773C-0FD4632658D1}"/>
              </a:ext>
            </a:extLst>
          </p:cNvPr>
          <p:cNvSpPr/>
          <p:nvPr userDrawn="1"/>
        </p:nvSpPr>
        <p:spPr>
          <a:xfrm>
            <a:off x="663550"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5" name="Google Shape;1149;p53">
            <a:extLst>
              <a:ext uri="{FF2B5EF4-FFF2-40B4-BE49-F238E27FC236}">
                <a16:creationId xmlns:a16="http://schemas.microsoft.com/office/drawing/2014/main" id="{A98F51D8-7768-BB9C-DEFD-FE6F101B538B}"/>
              </a:ext>
            </a:extLst>
          </p:cNvPr>
          <p:cNvSpPr/>
          <p:nvPr userDrawn="1"/>
        </p:nvSpPr>
        <p:spPr>
          <a:xfrm>
            <a:off x="3509629" y="1967633"/>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Google Shape;1149;p53">
            <a:extLst>
              <a:ext uri="{FF2B5EF4-FFF2-40B4-BE49-F238E27FC236}">
                <a16:creationId xmlns:a16="http://schemas.microsoft.com/office/drawing/2014/main" id="{824DDB7E-F583-BE45-8440-04134133EF5E}"/>
              </a:ext>
            </a:extLst>
          </p:cNvPr>
          <p:cNvSpPr/>
          <p:nvPr userDrawn="1"/>
        </p:nvSpPr>
        <p:spPr>
          <a:xfrm>
            <a:off x="3509628" y="4337851"/>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149;p53">
            <a:extLst>
              <a:ext uri="{FF2B5EF4-FFF2-40B4-BE49-F238E27FC236}">
                <a16:creationId xmlns:a16="http://schemas.microsoft.com/office/drawing/2014/main" id="{3AB34327-1213-C6F7-069A-661286889411}"/>
              </a:ext>
            </a:extLst>
          </p:cNvPr>
          <p:cNvSpPr/>
          <p:nvPr userDrawn="1"/>
        </p:nvSpPr>
        <p:spPr>
          <a:xfrm>
            <a:off x="6355709"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149;p53">
            <a:extLst>
              <a:ext uri="{FF2B5EF4-FFF2-40B4-BE49-F238E27FC236}">
                <a16:creationId xmlns:a16="http://schemas.microsoft.com/office/drawing/2014/main" id="{B6BF1339-971D-E8EC-9A92-C646A04A9796}"/>
              </a:ext>
            </a:extLst>
          </p:cNvPr>
          <p:cNvSpPr/>
          <p:nvPr userDrawn="1"/>
        </p:nvSpPr>
        <p:spPr>
          <a:xfrm>
            <a:off x="6355708"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4" name="Google Shape;1149;p53">
            <a:extLst>
              <a:ext uri="{FF2B5EF4-FFF2-40B4-BE49-F238E27FC236}">
                <a16:creationId xmlns:a16="http://schemas.microsoft.com/office/drawing/2014/main" id="{2C16FE32-0722-CA1D-92A1-77B7780BDE81}"/>
              </a:ext>
            </a:extLst>
          </p:cNvPr>
          <p:cNvSpPr/>
          <p:nvPr userDrawn="1"/>
        </p:nvSpPr>
        <p:spPr>
          <a:xfrm>
            <a:off x="9201787" y="1965287"/>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149;p53">
            <a:extLst>
              <a:ext uri="{FF2B5EF4-FFF2-40B4-BE49-F238E27FC236}">
                <a16:creationId xmlns:a16="http://schemas.microsoft.com/office/drawing/2014/main" id="{A3D368EA-D182-9937-D248-E4051379E257}"/>
              </a:ext>
            </a:extLst>
          </p:cNvPr>
          <p:cNvSpPr/>
          <p:nvPr userDrawn="1"/>
        </p:nvSpPr>
        <p:spPr>
          <a:xfrm>
            <a:off x="9201786" y="4335505"/>
            <a:ext cx="2543865" cy="2085433"/>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D7FDA4E-49F9-223C-DA55-A79802EE1883}"/>
              </a:ext>
            </a:extLst>
          </p:cNvPr>
          <p:cNvSpPr>
            <a:spLocks noGrp="1"/>
          </p:cNvSpPr>
          <p:nvPr>
            <p:ph type="title"/>
          </p:nvPr>
        </p:nvSpPr>
        <p:spPr/>
        <p:txBody>
          <a:bodyPr/>
          <a:lstStyle>
            <a:lvl1pPr>
              <a:defRPr>
                <a:solidFill>
                  <a:schemeClr val="tx1"/>
                </a:solidFill>
              </a:defRPr>
            </a:lvl1pPr>
          </a:lstStyle>
          <a:p>
            <a:r>
              <a:rPr lang="en-US" noProof="0"/>
              <a:t>Click to edit Master title style</a:t>
            </a:r>
          </a:p>
        </p:txBody>
      </p:sp>
      <p:sp>
        <p:nvSpPr>
          <p:cNvPr id="25" name="Text Placeholder 24">
            <a:extLst>
              <a:ext uri="{FF2B5EF4-FFF2-40B4-BE49-F238E27FC236}">
                <a16:creationId xmlns:a16="http://schemas.microsoft.com/office/drawing/2014/main" id="{2349526F-21BB-B06B-612E-8AAA322B41DD}"/>
              </a:ext>
            </a:extLst>
          </p:cNvPr>
          <p:cNvSpPr>
            <a:spLocks noGrp="1"/>
          </p:cNvSpPr>
          <p:nvPr>
            <p:ph type="body" sz="quarter" idx="14"/>
          </p:nvPr>
        </p:nvSpPr>
        <p:spPr>
          <a:xfrm>
            <a:off x="56581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23" name="Picture Placeholder 22">
            <a:extLst>
              <a:ext uri="{FF2B5EF4-FFF2-40B4-BE49-F238E27FC236}">
                <a16:creationId xmlns:a16="http://schemas.microsoft.com/office/drawing/2014/main" id="{99DE91A1-A01A-B800-F6EB-C013020202CF}"/>
              </a:ext>
            </a:extLst>
          </p:cNvPr>
          <p:cNvSpPr>
            <a:spLocks noGrp="1"/>
          </p:cNvSpPr>
          <p:nvPr>
            <p:ph type="pic" sz="quarter" idx="13"/>
          </p:nvPr>
        </p:nvSpPr>
        <p:spPr>
          <a:xfrm>
            <a:off x="57953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28" name="Text Placeholder 26">
            <a:extLst>
              <a:ext uri="{FF2B5EF4-FFF2-40B4-BE49-F238E27FC236}">
                <a16:creationId xmlns:a16="http://schemas.microsoft.com/office/drawing/2014/main" id="{733EF8C8-3849-9C80-1F6E-7038D1134789}"/>
              </a:ext>
            </a:extLst>
          </p:cNvPr>
          <p:cNvSpPr>
            <a:spLocks noGrp="1"/>
          </p:cNvSpPr>
          <p:nvPr>
            <p:ph type="body" sz="quarter" idx="15"/>
          </p:nvPr>
        </p:nvSpPr>
        <p:spPr>
          <a:xfrm>
            <a:off x="580220" y="3584901"/>
            <a:ext cx="2514600" cy="274320"/>
          </a:xfrm>
        </p:spPr>
        <p:txBody>
          <a:bodyPr/>
          <a:lstStyle>
            <a:lvl1pPr marL="0" indent="0" algn="ctr">
              <a:buNone/>
              <a:defRPr sz="1200"/>
            </a:lvl1pPr>
          </a:lstStyle>
          <a:p>
            <a:pPr lvl="0"/>
            <a:r>
              <a:rPr lang="en-US" noProof="0"/>
              <a:t>Click to edit Master text styles</a:t>
            </a:r>
          </a:p>
        </p:txBody>
      </p:sp>
      <p:sp>
        <p:nvSpPr>
          <p:cNvPr id="46" name="Text Placeholder 24">
            <a:extLst>
              <a:ext uri="{FF2B5EF4-FFF2-40B4-BE49-F238E27FC236}">
                <a16:creationId xmlns:a16="http://schemas.microsoft.com/office/drawing/2014/main" id="{F27A4420-EB9D-589B-DE9E-4CFCC6B25A6E}"/>
              </a:ext>
            </a:extLst>
          </p:cNvPr>
          <p:cNvSpPr>
            <a:spLocks noGrp="1"/>
          </p:cNvSpPr>
          <p:nvPr>
            <p:ph type="body" sz="quarter" idx="25"/>
          </p:nvPr>
        </p:nvSpPr>
        <p:spPr>
          <a:xfrm>
            <a:off x="56581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7" name="Picture Placeholder 22">
            <a:extLst>
              <a:ext uri="{FF2B5EF4-FFF2-40B4-BE49-F238E27FC236}">
                <a16:creationId xmlns:a16="http://schemas.microsoft.com/office/drawing/2014/main" id="{D76F8DA4-2C9A-48DE-DB4A-045A11601F4C}"/>
              </a:ext>
            </a:extLst>
          </p:cNvPr>
          <p:cNvSpPr>
            <a:spLocks noGrp="1"/>
          </p:cNvSpPr>
          <p:nvPr>
            <p:ph type="pic" sz="quarter" idx="36"/>
          </p:nvPr>
        </p:nvSpPr>
        <p:spPr>
          <a:xfrm>
            <a:off x="57953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47" name="Text Placeholder 26">
            <a:extLst>
              <a:ext uri="{FF2B5EF4-FFF2-40B4-BE49-F238E27FC236}">
                <a16:creationId xmlns:a16="http://schemas.microsoft.com/office/drawing/2014/main" id="{010C7458-97A7-97A1-88E7-1D3194A7EA4C}"/>
              </a:ext>
            </a:extLst>
          </p:cNvPr>
          <p:cNvSpPr>
            <a:spLocks noGrp="1"/>
          </p:cNvSpPr>
          <p:nvPr>
            <p:ph type="body" sz="quarter" idx="26"/>
          </p:nvPr>
        </p:nvSpPr>
        <p:spPr>
          <a:xfrm>
            <a:off x="580220" y="5947269"/>
            <a:ext cx="2514600" cy="274320"/>
          </a:xfrm>
        </p:spPr>
        <p:txBody>
          <a:bodyPr/>
          <a:lstStyle>
            <a:lvl1pPr marL="0" indent="0" algn="ctr">
              <a:buNone/>
              <a:defRPr sz="1200"/>
            </a:lvl1pPr>
          </a:lstStyle>
          <a:p>
            <a:pPr lvl="0"/>
            <a:r>
              <a:rPr lang="en-US" noProof="0"/>
              <a:t>Click to edit Master text styles</a:t>
            </a:r>
          </a:p>
        </p:txBody>
      </p:sp>
      <p:sp>
        <p:nvSpPr>
          <p:cNvPr id="29" name="Text Placeholder 24">
            <a:extLst>
              <a:ext uri="{FF2B5EF4-FFF2-40B4-BE49-F238E27FC236}">
                <a16:creationId xmlns:a16="http://schemas.microsoft.com/office/drawing/2014/main" id="{32F8A8CA-E278-E129-A09C-8C4B7CCA2DE2}"/>
              </a:ext>
            </a:extLst>
          </p:cNvPr>
          <p:cNvSpPr>
            <a:spLocks noGrp="1"/>
          </p:cNvSpPr>
          <p:nvPr>
            <p:ph type="body" sz="quarter" idx="16"/>
          </p:nvPr>
        </p:nvSpPr>
        <p:spPr>
          <a:xfrm>
            <a:off x="3419856"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0" name="Picture Placeholder 22">
            <a:extLst>
              <a:ext uri="{FF2B5EF4-FFF2-40B4-BE49-F238E27FC236}">
                <a16:creationId xmlns:a16="http://schemas.microsoft.com/office/drawing/2014/main" id="{3CFBF841-C094-5FA8-63F2-F5DA37C0359A}"/>
              </a:ext>
            </a:extLst>
          </p:cNvPr>
          <p:cNvSpPr>
            <a:spLocks noGrp="1"/>
          </p:cNvSpPr>
          <p:nvPr>
            <p:ph type="pic" sz="quarter" idx="17"/>
          </p:nvPr>
        </p:nvSpPr>
        <p:spPr>
          <a:xfrm>
            <a:off x="3433572"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1" name="Text Placeholder 26">
            <a:extLst>
              <a:ext uri="{FF2B5EF4-FFF2-40B4-BE49-F238E27FC236}">
                <a16:creationId xmlns:a16="http://schemas.microsoft.com/office/drawing/2014/main" id="{C76BA571-FE5C-F5F7-9056-20BD57DA6789}"/>
              </a:ext>
            </a:extLst>
          </p:cNvPr>
          <p:cNvSpPr>
            <a:spLocks noGrp="1"/>
          </p:cNvSpPr>
          <p:nvPr>
            <p:ph type="body" sz="quarter" idx="18"/>
          </p:nvPr>
        </p:nvSpPr>
        <p:spPr>
          <a:xfrm>
            <a:off x="3419856" y="3584901"/>
            <a:ext cx="2514600" cy="274320"/>
          </a:xfrm>
        </p:spPr>
        <p:txBody>
          <a:bodyPr/>
          <a:lstStyle>
            <a:lvl1pPr marL="0" indent="0" algn="ctr">
              <a:buNone/>
              <a:defRPr sz="1200"/>
            </a:lvl1pPr>
          </a:lstStyle>
          <a:p>
            <a:pPr lvl="0"/>
            <a:r>
              <a:rPr lang="en-US" noProof="0"/>
              <a:t>Click to edit Master text styles</a:t>
            </a:r>
          </a:p>
        </p:txBody>
      </p:sp>
      <p:sp>
        <p:nvSpPr>
          <p:cNvPr id="48" name="Text Placeholder 24">
            <a:extLst>
              <a:ext uri="{FF2B5EF4-FFF2-40B4-BE49-F238E27FC236}">
                <a16:creationId xmlns:a16="http://schemas.microsoft.com/office/drawing/2014/main" id="{27F73601-DBA6-A721-D6BF-321A387810A8}"/>
              </a:ext>
            </a:extLst>
          </p:cNvPr>
          <p:cNvSpPr>
            <a:spLocks noGrp="1"/>
          </p:cNvSpPr>
          <p:nvPr>
            <p:ph type="body" sz="quarter" idx="27"/>
          </p:nvPr>
        </p:nvSpPr>
        <p:spPr>
          <a:xfrm>
            <a:off x="3419856"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49" name="Picture Placeholder 22">
            <a:extLst>
              <a:ext uri="{FF2B5EF4-FFF2-40B4-BE49-F238E27FC236}">
                <a16:creationId xmlns:a16="http://schemas.microsoft.com/office/drawing/2014/main" id="{060504F7-2F69-FC38-B09C-5DCA35CD85A9}"/>
              </a:ext>
            </a:extLst>
          </p:cNvPr>
          <p:cNvSpPr>
            <a:spLocks noGrp="1"/>
          </p:cNvSpPr>
          <p:nvPr>
            <p:ph type="pic" sz="quarter" idx="28"/>
          </p:nvPr>
        </p:nvSpPr>
        <p:spPr>
          <a:xfrm>
            <a:off x="3433572"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0" name="Text Placeholder 26">
            <a:extLst>
              <a:ext uri="{FF2B5EF4-FFF2-40B4-BE49-F238E27FC236}">
                <a16:creationId xmlns:a16="http://schemas.microsoft.com/office/drawing/2014/main" id="{3843A45B-37B6-D773-B219-9EBAD5F19532}"/>
              </a:ext>
            </a:extLst>
          </p:cNvPr>
          <p:cNvSpPr>
            <a:spLocks noGrp="1"/>
          </p:cNvSpPr>
          <p:nvPr>
            <p:ph type="body" sz="quarter" idx="29"/>
          </p:nvPr>
        </p:nvSpPr>
        <p:spPr>
          <a:xfrm>
            <a:off x="3419856" y="5947269"/>
            <a:ext cx="2514600" cy="274320"/>
          </a:xfrm>
        </p:spPr>
        <p:txBody>
          <a:bodyPr/>
          <a:lstStyle>
            <a:lvl1pPr marL="0" indent="0" algn="ctr">
              <a:buNone/>
              <a:defRPr sz="1200"/>
            </a:lvl1pPr>
          </a:lstStyle>
          <a:p>
            <a:pPr lvl="0"/>
            <a:r>
              <a:rPr lang="en-US" noProof="0"/>
              <a:t>Click to edit Master text styles</a:t>
            </a:r>
          </a:p>
        </p:txBody>
      </p:sp>
      <p:sp>
        <p:nvSpPr>
          <p:cNvPr id="32" name="Text Placeholder 24">
            <a:extLst>
              <a:ext uri="{FF2B5EF4-FFF2-40B4-BE49-F238E27FC236}">
                <a16:creationId xmlns:a16="http://schemas.microsoft.com/office/drawing/2014/main" id="{D7F9FC21-D881-DB86-4C69-C07821DCF3A7}"/>
              </a:ext>
            </a:extLst>
          </p:cNvPr>
          <p:cNvSpPr>
            <a:spLocks noGrp="1"/>
          </p:cNvSpPr>
          <p:nvPr>
            <p:ph type="body" sz="quarter" idx="19"/>
          </p:nvPr>
        </p:nvSpPr>
        <p:spPr>
          <a:xfrm>
            <a:off x="6263640"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3" name="Picture Placeholder 22">
            <a:extLst>
              <a:ext uri="{FF2B5EF4-FFF2-40B4-BE49-F238E27FC236}">
                <a16:creationId xmlns:a16="http://schemas.microsoft.com/office/drawing/2014/main" id="{FE2E99DA-5661-F860-9E54-9C42590265FD}"/>
              </a:ext>
            </a:extLst>
          </p:cNvPr>
          <p:cNvSpPr>
            <a:spLocks noGrp="1"/>
          </p:cNvSpPr>
          <p:nvPr>
            <p:ph type="pic" sz="quarter" idx="20"/>
          </p:nvPr>
        </p:nvSpPr>
        <p:spPr>
          <a:xfrm>
            <a:off x="6277356"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4" name="Text Placeholder 26">
            <a:extLst>
              <a:ext uri="{FF2B5EF4-FFF2-40B4-BE49-F238E27FC236}">
                <a16:creationId xmlns:a16="http://schemas.microsoft.com/office/drawing/2014/main" id="{99F1332D-1A76-8252-3A4A-73B5BE80BDA8}"/>
              </a:ext>
            </a:extLst>
          </p:cNvPr>
          <p:cNvSpPr>
            <a:spLocks noGrp="1"/>
          </p:cNvSpPr>
          <p:nvPr>
            <p:ph type="body" sz="quarter" idx="21"/>
          </p:nvPr>
        </p:nvSpPr>
        <p:spPr>
          <a:xfrm>
            <a:off x="6263640" y="3584901"/>
            <a:ext cx="2514600" cy="274320"/>
          </a:xfrm>
        </p:spPr>
        <p:txBody>
          <a:bodyPr/>
          <a:lstStyle>
            <a:lvl1pPr marL="0" indent="0" algn="ctr">
              <a:buNone/>
              <a:defRPr sz="1200"/>
            </a:lvl1pPr>
          </a:lstStyle>
          <a:p>
            <a:pPr lvl="0"/>
            <a:r>
              <a:rPr lang="en-US" noProof="0"/>
              <a:t>Click to edit Master text styles</a:t>
            </a:r>
          </a:p>
        </p:txBody>
      </p:sp>
      <p:sp>
        <p:nvSpPr>
          <p:cNvPr id="51" name="Text Placeholder 24">
            <a:extLst>
              <a:ext uri="{FF2B5EF4-FFF2-40B4-BE49-F238E27FC236}">
                <a16:creationId xmlns:a16="http://schemas.microsoft.com/office/drawing/2014/main" id="{E5E9A104-54F0-5100-0B27-DBD2DF206786}"/>
              </a:ext>
            </a:extLst>
          </p:cNvPr>
          <p:cNvSpPr>
            <a:spLocks noGrp="1"/>
          </p:cNvSpPr>
          <p:nvPr>
            <p:ph type="body" sz="quarter" idx="30"/>
          </p:nvPr>
        </p:nvSpPr>
        <p:spPr>
          <a:xfrm>
            <a:off x="6263640"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2" name="Picture Placeholder 22">
            <a:extLst>
              <a:ext uri="{FF2B5EF4-FFF2-40B4-BE49-F238E27FC236}">
                <a16:creationId xmlns:a16="http://schemas.microsoft.com/office/drawing/2014/main" id="{23469072-7775-90E2-6C92-C6D03C1DACB0}"/>
              </a:ext>
            </a:extLst>
          </p:cNvPr>
          <p:cNvSpPr>
            <a:spLocks noGrp="1"/>
          </p:cNvSpPr>
          <p:nvPr>
            <p:ph type="pic" sz="quarter" idx="31"/>
          </p:nvPr>
        </p:nvSpPr>
        <p:spPr>
          <a:xfrm>
            <a:off x="6277356"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3" name="Text Placeholder 26">
            <a:extLst>
              <a:ext uri="{FF2B5EF4-FFF2-40B4-BE49-F238E27FC236}">
                <a16:creationId xmlns:a16="http://schemas.microsoft.com/office/drawing/2014/main" id="{BF06B9AA-555D-874C-1198-B3ED9EBC7140}"/>
              </a:ext>
            </a:extLst>
          </p:cNvPr>
          <p:cNvSpPr>
            <a:spLocks noGrp="1"/>
          </p:cNvSpPr>
          <p:nvPr>
            <p:ph type="body" sz="quarter" idx="32"/>
          </p:nvPr>
        </p:nvSpPr>
        <p:spPr>
          <a:xfrm>
            <a:off x="6263640" y="5947269"/>
            <a:ext cx="2514600" cy="274320"/>
          </a:xfrm>
        </p:spPr>
        <p:txBody>
          <a:bodyPr/>
          <a:lstStyle>
            <a:lvl1pPr marL="0" indent="0" algn="ctr">
              <a:buNone/>
              <a:defRPr sz="1200"/>
            </a:lvl1pPr>
          </a:lstStyle>
          <a:p>
            <a:pPr lvl="0"/>
            <a:r>
              <a:rPr lang="en-US" noProof="0"/>
              <a:t>Click to edit Master text styles</a:t>
            </a:r>
          </a:p>
        </p:txBody>
      </p:sp>
      <p:sp>
        <p:nvSpPr>
          <p:cNvPr id="35" name="Text Placeholder 24">
            <a:extLst>
              <a:ext uri="{FF2B5EF4-FFF2-40B4-BE49-F238E27FC236}">
                <a16:creationId xmlns:a16="http://schemas.microsoft.com/office/drawing/2014/main" id="{47253530-631C-01D6-E4D5-53EA91819AC5}"/>
              </a:ext>
            </a:extLst>
          </p:cNvPr>
          <p:cNvSpPr>
            <a:spLocks noGrp="1"/>
          </p:cNvSpPr>
          <p:nvPr>
            <p:ph type="body" sz="quarter" idx="22"/>
          </p:nvPr>
        </p:nvSpPr>
        <p:spPr>
          <a:xfrm>
            <a:off x="9107424" y="186537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36" name="Picture Placeholder 22">
            <a:extLst>
              <a:ext uri="{FF2B5EF4-FFF2-40B4-BE49-F238E27FC236}">
                <a16:creationId xmlns:a16="http://schemas.microsoft.com/office/drawing/2014/main" id="{2087F48D-BCD6-2370-DFEB-3DC855770580}"/>
              </a:ext>
            </a:extLst>
          </p:cNvPr>
          <p:cNvSpPr>
            <a:spLocks noGrp="1"/>
          </p:cNvSpPr>
          <p:nvPr>
            <p:ph type="pic" sz="quarter" idx="23"/>
          </p:nvPr>
        </p:nvSpPr>
        <p:spPr>
          <a:xfrm>
            <a:off x="9121140" y="1874520"/>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37" name="Text Placeholder 26">
            <a:extLst>
              <a:ext uri="{FF2B5EF4-FFF2-40B4-BE49-F238E27FC236}">
                <a16:creationId xmlns:a16="http://schemas.microsoft.com/office/drawing/2014/main" id="{2730E53E-4C0B-1C22-8754-2D69B55DF375}"/>
              </a:ext>
            </a:extLst>
          </p:cNvPr>
          <p:cNvSpPr>
            <a:spLocks noGrp="1"/>
          </p:cNvSpPr>
          <p:nvPr>
            <p:ph type="body" sz="quarter" idx="24"/>
          </p:nvPr>
        </p:nvSpPr>
        <p:spPr>
          <a:xfrm>
            <a:off x="9107424" y="3584901"/>
            <a:ext cx="2514600" cy="274320"/>
          </a:xfrm>
        </p:spPr>
        <p:txBody>
          <a:bodyPr/>
          <a:lstStyle>
            <a:lvl1pPr marL="0" indent="0" algn="ctr">
              <a:buNone/>
              <a:defRPr sz="1200"/>
            </a:lvl1pPr>
          </a:lstStyle>
          <a:p>
            <a:pPr lvl="0"/>
            <a:r>
              <a:rPr lang="en-US" noProof="0"/>
              <a:t>Click to edit Master text styles</a:t>
            </a:r>
          </a:p>
        </p:txBody>
      </p:sp>
      <p:sp>
        <p:nvSpPr>
          <p:cNvPr id="54" name="Text Placeholder 24">
            <a:extLst>
              <a:ext uri="{FF2B5EF4-FFF2-40B4-BE49-F238E27FC236}">
                <a16:creationId xmlns:a16="http://schemas.microsoft.com/office/drawing/2014/main" id="{9690986C-4F11-A46D-923C-CCC08AB6CB76}"/>
              </a:ext>
            </a:extLst>
          </p:cNvPr>
          <p:cNvSpPr>
            <a:spLocks noGrp="1"/>
          </p:cNvSpPr>
          <p:nvPr>
            <p:ph type="body" sz="quarter" idx="33"/>
          </p:nvPr>
        </p:nvSpPr>
        <p:spPr>
          <a:xfrm>
            <a:off x="9107424" y="4242816"/>
            <a:ext cx="2514600" cy="2084832"/>
          </a:xfrm>
          <a:solidFill>
            <a:schemeClr val="accent5"/>
          </a:solidFill>
          <a:ln w="25400">
            <a:solidFill>
              <a:schemeClr val="dk1"/>
            </a:solidFill>
          </a:ln>
        </p:spPr>
        <p:txBody>
          <a:bodyPr tIns="1490472"/>
          <a:lstStyle>
            <a:lvl1pPr marL="0" indent="0" algn="ctr">
              <a:buFont typeface="Arial" panose="020B0604020202020204" pitchFamily="34" charset="0"/>
              <a:buNone/>
              <a:defRPr sz="1600">
                <a:latin typeface="+mj-lt"/>
              </a:defRPr>
            </a:lvl1pPr>
          </a:lstStyle>
          <a:p>
            <a:pPr lvl="0"/>
            <a:r>
              <a:rPr lang="en-US" noProof="0"/>
              <a:t>Click to edit Master text styles</a:t>
            </a:r>
          </a:p>
        </p:txBody>
      </p:sp>
      <p:sp>
        <p:nvSpPr>
          <p:cNvPr id="55" name="Picture Placeholder 22">
            <a:extLst>
              <a:ext uri="{FF2B5EF4-FFF2-40B4-BE49-F238E27FC236}">
                <a16:creationId xmlns:a16="http://schemas.microsoft.com/office/drawing/2014/main" id="{A4293B55-9185-9732-2F46-4B62C7F1F21E}"/>
              </a:ext>
            </a:extLst>
          </p:cNvPr>
          <p:cNvSpPr>
            <a:spLocks noGrp="1"/>
          </p:cNvSpPr>
          <p:nvPr>
            <p:ph type="pic" sz="quarter" idx="34"/>
          </p:nvPr>
        </p:nvSpPr>
        <p:spPr>
          <a:xfrm>
            <a:off x="9121140" y="4242816"/>
            <a:ext cx="2487168" cy="1280160"/>
          </a:xfrm>
          <a:ln w="25400">
            <a:solidFill>
              <a:schemeClr val="tx1"/>
            </a:solidFill>
          </a:ln>
        </p:spPr>
        <p:txBody>
          <a:bodyPr anchor="ctr"/>
          <a:lstStyle>
            <a:lvl1pPr marL="0" indent="0" algn="ctr">
              <a:buNone/>
              <a:defRPr sz="1600"/>
            </a:lvl1pPr>
          </a:lstStyle>
          <a:p>
            <a:r>
              <a:rPr lang="en-US" noProof="0"/>
              <a:t>Click icon to add picture</a:t>
            </a:r>
          </a:p>
        </p:txBody>
      </p:sp>
      <p:sp>
        <p:nvSpPr>
          <p:cNvPr id="56" name="Text Placeholder 26">
            <a:extLst>
              <a:ext uri="{FF2B5EF4-FFF2-40B4-BE49-F238E27FC236}">
                <a16:creationId xmlns:a16="http://schemas.microsoft.com/office/drawing/2014/main" id="{B8529D99-B7B2-6411-E928-9FA204E3842A}"/>
              </a:ext>
            </a:extLst>
          </p:cNvPr>
          <p:cNvSpPr>
            <a:spLocks noGrp="1"/>
          </p:cNvSpPr>
          <p:nvPr>
            <p:ph type="body" sz="quarter" idx="35"/>
          </p:nvPr>
        </p:nvSpPr>
        <p:spPr>
          <a:xfrm>
            <a:off x="9107424" y="5947269"/>
            <a:ext cx="2514600" cy="274320"/>
          </a:xfrm>
        </p:spPr>
        <p:txBody>
          <a:bodyPr/>
          <a:lstStyle>
            <a:lvl1pPr marL="0" indent="0" algn="ctr">
              <a:buNone/>
              <a:defRPr sz="1200"/>
            </a:lvl1pPr>
          </a:lstStyle>
          <a:p>
            <a:pPr lvl="0"/>
            <a:r>
              <a:rPr lang="en-US" noProof="0"/>
              <a:t>Click to edit Master text styles</a:t>
            </a:r>
          </a:p>
        </p:txBody>
      </p:sp>
    </p:spTree>
    <p:extLst>
      <p:ext uri="{BB962C8B-B14F-4D97-AF65-F5344CB8AC3E}">
        <p14:creationId xmlns:p14="http://schemas.microsoft.com/office/powerpoint/2010/main" val="222061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Lis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9EB71-EE42-930D-4E54-FA0F44BD2D36}"/>
              </a:ext>
            </a:extLst>
          </p:cNvPr>
          <p:cNvSpPr>
            <a:spLocks noGrp="1"/>
          </p:cNvSpPr>
          <p:nvPr>
            <p:ph type="title"/>
          </p:nvPr>
        </p:nvSpPr>
        <p:spPr>
          <a:xfrm>
            <a:off x="731520" y="1947672"/>
            <a:ext cx="3209544" cy="2862072"/>
          </a:xfrm>
        </p:spPr>
        <p:txBody>
          <a:bodyPr anchor="ctr"/>
          <a:lstStyle>
            <a:lvl1pPr algn="l">
              <a:defRPr/>
            </a:lvl1pPr>
          </a:lstStyle>
          <a:p>
            <a:r>
              <a:rPr lang="en-US" noProof="0"/>
              <a:t>Click to edit Master title style</a:t>
            </a:r>
          </a:p>
        </p:txBody>
      </p:sp>
      <p:sp>
        <p:nvSpPr>
          <p:cNvPr id="7" name="Google Shape;1247;p56">
            <a:extLst>
              <a:ext uri="{FF2B5EF4-FFF2-40B4-BE49-F238E27FC236}">
                <a16:creationId xmlns:a16="http://schemas.microsoft.com/office/drawing/2014/main" id="{1A52F175-2E39-E9BE-B4DF-67098DB248AA}"/>
              </a:ext>
            </a:extLst>
          </p:cNvPr>
          <p:cNvSpPr/>
          <p:nvPr userDrawn="1"/>
        </p:nvSpPr>
        <p:spPr>
          <a:xfrm>
            <a:off x="5607119" y="34704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accent2"/>
              </a:solidFill>
              <a:latin typeface="+mj-lt"/>
              <a:ea typeface="Karla"/>
              <a:cs typeface="Karla"/>
              <a:sym typeface="Karla"/>
            </a:endParaRPr>
          </a:p>
        </p:txBody>
      </p:sp>
      <p:sp>
        <p:nvSpPr>
          <p:cNvPr id="9" name="Google Shape;1264;p56">
            <a:extLst>
              <a:ext uri="{FF2B5EF4-FFF2-40B4-BE49-F238E27FC236}">
                <a16:creationId xmlns:a16="http://schemas.microsoft.com/office/drawing/2014/main" id="{CE3B3000-733D-1995-D39A-E659E5A429CC}"/>
              </a:ext>
            </a:extLst>
          </p:cNvPr>
          <p:cNvSpPr/>
          <p:nvPr userDrawn="1"/>
        </p:nvSpPr>
        <p:spPr>
          <a:xfrm>
            <a:off x="5607119" y="16236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1" name="Google Shape;1278;p56">
            <a:extLst>
              <a:ext uri="{FF2B5EF4-FFF2-40B4-BE49-F238E27FC236}">
                <a16:creationId xmlns:a16="http://schemas.microsoft.com/office/drawing/2014/main" id="{F1BC0AB2-17DA-D97E-3052-DA48D80F7428}"/>
              </a:ext>
            </a:extLst>
          </p:cNvPr>
          <p:cNvSpPr/>
          <p:nvPr userDrawn="1"/>
        </p:nvSpPr>
        <p:spPr>
          <a:xfrm>
            <a:off x="5607119" y="292595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3" name="Google Shape;1278;p56">
            <a:extLst>
              <a:ext uri="{FF2B5EF4-FFF2-40B4-BE49-F238E27FC236}">
                <a16:creationId xmlns:a16="http://schemas.microsoft.com/office/drawing/2014/main" id="{C860490F-E3DB-3E9F-0AC6-F04949DC59C3}"/>
              </a:ext>
            </a:extLst>
          </p:cNvPr>
          <p:cNvSpPr/>
          <p:nvPr userDrawn="1"/>
        </p:nvSpPr>
        <p:spPr>
          <a:xfrm>
            <a:off x="5607120" y="4223036"/>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5" name="Google Shape;1278;p56">
            <a:extLst>
              <a:ext uri="{FF2B5EF4-FFF2-40B4-BE49-F238E27FC236}">
                <a16:creationId xmlns:a16="http://schemas.microsoft.com/office/drawing/2014/main" id="{522E5778-EA03-EFC4-08AA-ECB1C07ED56E}"/>
              </a:ext>
            </a:extLst>
          </p:cNvPr>
          <p:cNvSpPr/>
          <p:nvPr userDrawn="1"/>
        </p:nvSpPr>
        <p:spPr>
          <a:xfrm>
            <a:off x="5607120" y="5519473"/>
            <a:ext cx="6281928" cy="103974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17" name="Google Shape;1268;p56">
            <a:extLst>
              <a:ext uri="{FF2B5EF4-FFF2-40B4-BE49-F238E27FC236}">
                <a16:creationId xmlns:a16="http://schemas.microsoft.com/office/drawing/2014/main" id="{EEA0BE49-92E1-A1A3-40E0-DDAA5511F637}"/>
              </a:ext>
            </a:extLst>
          </p:cNvPr>
          <p:cNvSpPr/>
          <p:nvPr userDrawn="1"/>
        </p:nvSpPr>
        <p:spPr>
          <a:xfrm>
            <a:off x="4348745" y="1637743"/>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9" name="Google Shape;1282;p56">
            <a:extLst>
              <a:ext uri="{FF2B5EF4-FFF2-40B4-BE49-F238E27FC236}">
                <a16:creationId xmlns:a16="http://schemas.microsoft.com/office/drawing/2014/main" id="{DF15F1EC-1D2B-FF49-7785-26BC7083A07C}"/>
              </a:ext>
            </a:extLst>
          </p:cNvPr>
          <p:cNvSpPr/>
          <p:nvPr userDrawn="1"/>
        </p:nvSpPr>
        <p:spPr>
          <a:xfrm>
            <a:off x="4348745" y="2927249"/>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1" name="Google Shape;1282;p56">
            <a:extLst>
              <a:ext uri="{FF2B5EF4-FFF2-40B4-BE49-F238E27FC236}">
                <a16:creationId xmlns:a16="http://schemas.microsoft.com/office/drawing/2014/main" id="{BE3FDD69-3D60-CF6B-97A3-7B2C1AE3100A}"/>
              </a:ext>
            </a:extLst>
          </p:cNvPr>
          <p:cNvSpPr/>
          <p:nvPr userDrawn="1"/>
        </p:nvSpPr>
        <p:spPr>
          <a:xfrm>
            <a:off x="4348745" y="427700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Google Shape;1282;p56">
            <a:extLst>
              <a:ext uri="{FF2B5EF4-FFF2-40B4-BE49-F238E27FC236}">
                <a16:creationId xmlns:a16="http://schemas.microsoft.com/office/drawing/2014/main" id="{E3BB1E5B-DA10-B332-D4B8-D551C3053C53}"/>
              </a:ext>
            </a:extLst>
          </p:cNvPr>
          <p:cNvSpPr/>
          <p:nvPr userDrawn="1"/>
        </p:nvSpPr>
        <p:spPr>
          <a:xfrm>
            <a:off x="4348745" y="5568541"/>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5" name="Google Shape;1251;p56">
            <a:extLst>
              <a:ext uri="{FF2B5EF4-FFF2-40B4-BE49-F238E27FC236}">
                <a16:creationId xmlns:a16="http://schemas.microsoft.com/office/drawing/2014/main" id="{8D887B7F-9EBA-E7B8-64CE-5EAB1DF08E19}"/>
              </a:ext>
            </a:extLst>
          </p:cNvPr>
          <p:cNvSpPr/>
          <p:nvPr userDrawn="1"/>
        </p:nvSpPr>
        <p:spPr>
          <a:xfrm>
            <a:off x="4348745" y="361116"/>
            <a:ext cx="969865" cy="969865"/>
          </a:xfrm>
          <a:prstGeom prst="ellipse">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7" name="Google Shape;1248;p56">
            <a:extLst>
              <a:ext uri="{FF2B5EF4-FFF2-40B4-BE49-F238E27FC236}">
                <a16:creationId xmlns:a16="http://schemas.microsoft.com/office/drawing/2014/main" id="{5AC86C31-7E67-B4EC-1AE0-291ED77F2214}"/>
              </a:ext>
            </a:extLst>
          </p:cNvPr>
          <p:cNvSpPr/>
          <p:nvPr userDrawn="1"/>
        </p:nvSpPr>
        <p:spPr>
          <a:xfrm>
            <a:off x="5512393" y="24143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29" name="Google Shape;1265;p56">
            <a:extLst>
              <a:ext uri="{FF2B5EF4-FFF2-40B4-BE49-F238E27FC236}">
                <a16:creationId xmlns:a16="http://schemas.microsoft.com/office/drawing/2014/main" id="{A7BF8E2B-5184-B584-D484-7D82C9DA6C41}"/>
              </a:ext>
            </a:extLst>
          </p:cNvPr>
          <p:cNvSpPr/>
          <p:nvPr userDrawn="1"/>
        </p:nvSpPr>
        <p:spPr>
          <a:xfrm>
            <a:off x="5512393" y="15180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1" name="Google Shape;1279;p56">
            <a:extLst>
              <a:ext uri="{FF2B5EF4-FFF2-40B4-BE49-F238E27FC236}">
                <a16:creationId xmlns:a16="http://schemas.microsoft.com/office/drawing/2014/main" id="{9E808B73-94D7-57E7-3837-3DA718162E5B}"/>
              </a:ext>
            </a:extLst>
          </p:cNvPr>
          <p:cNvSpPr/>
          <p:nvPr userDrawn="1"/>
        </p:nvSpPr>
        <p:spPr>
          <a:xfrm>
            <a:off x="5512393" y="2807563"/>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3" name="Google Shape;1279;p56">
            <a:extLst>
              <a:ext uri="{FF2B5EF4-FFF2-40B4-BE49-F238E27FC236}">
                <a16:creationId xmlns:a16="http://schemas.microsoft.com/office/drawing/2014/main" id="{F340E0DF-98FD-EA55-7B4B-8E58FC5CFCDA}"/>
              </a:ext>
            </a:extLst>
          </p:cNvPr>
          <p:cNvSpPr/>
          <p:nvPr userDrawn="1"/>
        </p:nvSpPr>
        <p:spPr>
          <a:xfrm>
            <a:off x="5512394" y="4117420"/>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5" name="Google Shape;1279;p56">
            <a:extLst>
              <a:ext uri="{FF2B5EF4-FFF2-40B4-BE49-F238E27FC236}">
                <a16:creationId xmlns:a16="http://schemas.microsoft.com/office/drawing/2014/main" id="{1F52D7F5-AD34-C5B1-EEA2-F711AD3A8C3F}"/>
              </a:ext>
            </a:extLst>
          </p:cNvPr>
          <p:cNvSpPr/>
          <p:nvPr userDrawn="1"/>
        </p:nvSpPr>
        <p:spPr>
          <a:xfrm>
            <a:off x="5512394" y="5413857"/>
            <a:ext cx="6281928" cy="1039748"/>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mj-lt"/>
              <a:ea typeface="Karla"/>
              <a:cs typeface="Karla"/>
              <a:sym typeface="Karla"/>
            </a:endParaRPr>
          </a:p>
        </p:txBody>
      </p:sp>
      <p:sp>
        <p:nvSpPr>
          <p:cNvPr id="37" name="Google Shape;1251;p56">
            <a:extLst>
              <a:ext uri="{FF2B5EF4-FFF2-40B4-BE49-F238E27FC236}">
                <a16:creationId xmlns:a16="http://schemas.microsoft.com/office/drawing/2014/main" id="{A4889AFC-C17E-6AF6-25D9-F977ACD04A9D}"/>
              </a:ext>
            </a:extLst>
          </p:cNvPr>
          <p:cNvSpPr/>
          <p:nvPr userDrawn="1"/>
        </p:nvSpPr>
        <p:spPr>
          <a:xfrm>
            <a:off x="4290632" y="303003"/>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39" name="Google Shape;1268;p56">
            <a:extLst>
              <a:ext uri="{FF2B5EF4-FFF2-40B4-BE49-F238E27FC236}">
                <a16:creationId xmlns:a16="http://schemas.microsoft.com/office/drawing/2014/main" id="{5E0F6889-9671-EA56-B88B-DBA6C149062C}"/>
              </a:ext>
            </a:extLst>
          </p:cNvPr>
          <p:cNvSpPr/>
          <p:nvPr userDrawn="1"/>
        </p:nvSpPr>
        <p:spPr>
          <a:xfrm>
            <a:off x="4290632" y="1579630"/>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1" name="Google Shape;1282;p56">
            <a:extLst>
              <a:ext uri="{FF2B5EF4-FFF2-40B4-BE49-F238E27FC236}">
                <a16:creationId xmlns:a16="http://schemas.microsoft.com/office/drawing/2014/main" id="{44CB8F8B-1D14-EA9D-117E-79BB0DB776E9}"/>
              </a:ext>
            </a:extLst>
          </p:cNvPr>
          <p:cNvSpPr/>
          <p:nvPr userDrawn="1"/>
        </p:nvSpPr>
        <p:spPr>
          <a:xfrm>
            <a:off x="4290632" y="2869136"/>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3" name="Google Shape;1282;p56">
            <a:extLst>
              <a:ext uri="{FF2B5EF4-FFF2-40B4-BE49-F238E27FC236}">
                <a16:creationId xmlns:a16="http://schemas.microsoft.com/office/drawing/2014/main" id="{9D8D9DEA-F6DA-EFDC-5DDF-946728969392}"/>
              </a:ext>
            </a:extLst>
          </p:cNvPr>
          <p:cNvSpPr/>
          <p:nvPr userDrawn="1"/>
        </p:nvSpPr>
        <p:spPr>
          <a:xfrm>
            <a:off x="4290632" y="4217824"/>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5" name="Google Shape;1282;p56">
            <a:extLst>
              <a:ext uri="{FF2B5EF4-FFF2-40B4-BE49-F238E27FC236}">
                <a16:creationId xmlns:a16="http://schemas.microsoft.com/office/drawing/2014/main" id="{5B83F600-A2A8-FC3E-235C-F63589027CEC}"/>
              </a:ext>
            </a:extLst>
          </p:cNvPr>
          <p:cNvSpPr/>
          <p:nvPr userDrawn="1"/>
        </p:nvSpPr>
        <p:spPr>
          <a:xfrm>
            <a:off x="4290632" y="5510428"/>
            <a:ext cx="969865" cy="969865"/>
          </a:xfrm>
          <a:prstGeom prst="ellipse">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47" name="Picture Placeholder 46">
            <a:extLst>
              <a:ext uri="{FF2B5EF4-FFF2-40B4-BE49-F238E27FC236}">
                <a16:creationId xmlns:a16="http://schemas.microsoft.com/office/drawing/2014/main" id="{3B37AA0A-CC3F-643E-4CA3-94EE9D0B955A}"/>
              </a:ext>
            </a:extLst>
          </p:cNvPr>
          <p:cNvSpPr>
            <a:spLocks noGrp="1"/>
          </p:cNvSpPr>
          <p:nvPr>
            <p:ph type="pic" sz="quarter" idx="10"/>
          </p:nvPr>
        </p:nvSpPr>
        <p:spPr>
          <a:xfrm>
            <a:off x="4455524" y="467895"/>
            <a:ext cx="640080" cy="640080"/>
          </a:xfrm>
        </p:spPr>
        <p:txBody>
          <a:bodyPr anchor="ctr"/>
          <a:lstStyle>
            <a:lvl1pPr marL="0" indent="0" algn="ctr">
              <a:buNone/>
              <a:defRPr sz="900"/>
            </a:lvl1pPr>
          </a:lstStyle>
          <a:p>
            <a:r>
              <a:rPr lang="en-US" noProof="0"/>
              <a:t>Click icon to add picture</a:t>
            </a:r>
          </a:p>
        </p:txBody>
      </p:sp>
      <p:sp>
        <p:nvSpPr>
          <p:cNvPr id="53" name="Text Placeholder 52">
            <a:extLst>
              <a:ext uri="{FF2B5EF4-FFF2-40B4-BE49-F238E27FC236}">
                <a16:creationId xmlns:a16="http://schemas.microsoft.com/office/drawing/2014/main" id="{04148F56-845C-40C8-5EFE-44B32FB55764}"/>
              </a:ext>
            </a:extLst>
          </p:cNvPr>
          <p:cNvSpPr>
            <a:spLocks noGrp="1"/>
          </p:cNvSpPr>
          <p:nvPr>
            <p:ph type="body" sz="quarter" idx="15"/>
          </p:nvPr>
        </p:nvSpPr>
        <p:spPr>
          <a:xfrm>
            <a:off x="5769864" y="457200"/>
            <a:ext cx="3840480" cy="338328"/>
          </a:xfrm>
        </p:spPr>
        <p:txBody>
          <a:bodyPr/>
          <a:lstStyle>
            <a:lvl1pPr marL="0" indent="0">
              <a:buNone/>
              <a:defRPr sz="2000">
                <a:latin typeface="+mj-lt"/>
              </a:defRPr>
            </a:lvl1pPr>
          </a:lstStyle>
          <a:p>
            <a:pPr lvl="0"/>
            <a:r>
              <a:rPr lang="en-US" noProof="0"/>
              <a:t>Click to edit Master text styles</a:t>
            </a:r>
          </a:p>
        </p:txBody>
      </p:sp>
      <p:sp>
        <p:nvSpPr>
          <p:cNvPr id="58" name="Text Placeholder 52">
            <a:extLst>
              <a:ext uri="{FF2B5EF4-FFF2-40B4-BE49-F238E27FC236}">
                <a16:creationId xmlns:a16="http://schemas.microsoft.com/office/drawing/2014/main" id="{6FAEB77B-C9AE-5EC8-3043-2C6C91015EF2}"/>
              </a:ext>
            </a:extLst>
          </p:cNvPr>
          <p:cNvSpPr>
            <a:spLocks noGrp="1"/>
          </p:cNvSpPr>
          <p:nvPr>
            <p:ph type="body" sz="quarter" idx="20"/>
          </p:nvPr>
        </p:nvSpPr>
        <p:spPr>
          <a:xfrm>
            <a:off x="5769864" y="780642"/>
            <a:ext cx="5029200" cy="338328"/>
          </a:xfrm>
        </p:spPr>
        <p:txBody>
          <a:bodyPr/>
          <a:lstStyle>
            <a:lvl1pPr marL="0" indent="0">
              <a:buNone/>
              <a:defRPr sz="1600">
                <a:latin typeface="+mn-lt"/>
              </a:defRPr>
            </a:lvl1pPr>
          </a:lstStyle>
          <a:p>
            <a:pPr lvl="0"/>
            <a:r>
              <a:rPr lang="en-US" noProof="0"/>
              <a:t>Click to edit Master text styles</a:t>
            </a:r>
          </a:p>
        </p:txBody>
      </p:sp>
      <p:sp>
        <p:nvSpPr>
          <p:cNvPr id="48" name="Picture Placeholder 46">
            <a:extLst>
              <a:ext uri="{FF2B5EF4-FFF2-40B4-BE49-F238E27FC236}">
                <a16:creationId xmlns:a16="http://schemas.microsoft.com/office/drawing/2014/main" id="{EA6CA3D6-A486-C220-D150-162068803F01}"/>
              </a:ext>
            </a:extLst>
          </p:cNvPr>
          <p:cNvSpPr>
            <a:spLocks noGrp="1"/>
          </p:cNvSpPr>
          <p:nvPr>
            <p:ph type="pic" sz="quarter" idx="11"/>
          </p:nvPr>
        </p:nvSpPr>
        <p:spPr>
          <a:xfrm>
            <a:off x="4455524" y="1744522"/>
            <a:ext cx="640080" cy="640080"/>
          </a:xfrm>
        </p:spPr>
        <p:txBody>
          <a:bodyPr anchor="ctr"/>
          <a:lstStyle>
            <a:lvl1pPr marL="0" indent="0" algn="ctr">
              <a:buNone/>
              <a:defRPr sz="900"/>
            </a:lvl1pPr>
          </a:lstStyle>
          <a:p>
            <a:r>
              <a:rPr lang="en-US" noProof="0"/>
              <a:t>Click icon to add picture</a:t>
            </a:r>
          </a:p>
        </p:txBody>
      </p:sp>
      <p:sp>
        <p:nvSpPr>
          <p:cNvPr id="54" name="Text Placeholder 52">
            <a:extLst>
              <a:ext uri="{FF2B5EF4-FFF2-40B4-BE49-F238E27FC236}">
                <a16:creationId xmlns:a16="http://schemas.microsoft.com/office/drawing/2014/main" id="{B70CC111-C404-5983-7E1A-758C72DA2151}"/>
              </a:ext>
            </a:extLst>
          </p:cNvPr>
          <p:cNvSpPr>
            <a:spLocks noGrp="1"/>
          </p:cNvSpPr>
          <p:nvPr>
            <p:ph type="body" sz="quarter" idx="16"/>
          </p:nvPr>
        </p:nvSpPr>
        <p:spPr>
          <a:xfrm>
            <a:off x="5769864" y="1746504"/>
            <a:ext cx="3840480" cy="338328"/>
          </a:xfrm>
        </p:spPr>
        <p:txBody>
          <a:bodyPr/>
          <a:lstStyle>
            <a:lvl1pPr marL="0" indent="0">
              <a:buNone/>
              <a:defRPr sz="2000">
                <a:latin typeface="+mj-lt"/>
              </a:defRPr>
            </a:lvl1pPr>
          </a:lstStyle>
          <a:p>
            <a:pPr lvl="0"/>
            <a:r>
              <a:rPr lang="en-US" noProof="0"/>
              <a:t>Click to edit Master text styles</a:t>
            </a:r>
          </a:p>
        </p:txBody>
      </p:sp>
      <p:sp>
        <p:nvSpPr>
          <p:cNvPr id="59" name="Text Placeholder 52">
            <a:extLst>
              <a:ext uri="{FF2B5EF4-FFF2-40B4-BE49-F238E27FC236}">
                <a16:creationId xmlns:a16="http://schemas.microsoft.com/office/drawing/2014/main" id="{0FACAEC0-F5EF-8921-74B5-2C775EC42E63}"/>
              </a:ext>
            </a:extLst>
          </p:cNvPr>
          <p:cNvSpPr>
            <a:spLocks noGrp="1"/>
          </p:cNvSpPr>
          <p:nvPr>
            <p:ph type="body" sz="quarter" idx="21"/>
          </p:nvPr>
        </p:nvSpPr>
        <p:spPr>
          <a:xfrm>
            <a:off x="5769864" y="2069946"/>
            <a:ext cx="5029200" cy="338328"/>
          </a:xfrm>
        </p:spPr>
        <p:txBody>
          <a:bodyPr/>
          <a:lstStyle>
            <a:lvl1pPr marL="0" indent="0">
              <a:buNone/>
              <a:defRPr sz="1600">
                <a:latin typeface="+mn-lt"/>
              </a:defRPr>
            </a:lvl1pPr>
          </a:lstStyle>
          <a:p>
            <a:pPr lvl="0"/>
            <a:r>
              <a:rPr lang="en-US" noProof="0"/>
              <a:t>Click to edit Master text styles</a:t>
            </a:r>
          </a:p>
        </p:txBody>
      </p:sp>
      <p:sp>
        <p:nvSpPr>
          <p:cNvPr id="49" name="Picture Placeholder 46">
            <a:extLst>
              <a:ext uri="{FF2B5EF4-FFF2-40B4-BE49-F238E27FC236}">
                <a16:creationId xmlns:a16="http://schemas.microsoft.com/office/drawing/2014/main" id="{D85BED76-EF8A-3369-FA46-11513F2D2231}"/>
              </a:ext>
            </a:extLst>
          </p:cNvPr>
          <p:cNvSpPr>
            <a:spLocks noGrp="1"/>
          </p:cNvSpPr>
          <p:nvPr>
            <p:ph type="pic" sz="quarter" idx="12"/>
          </p:nvPr>
        </p:nvSpPr>
        <p:spPr>
          <a:xfrm>
            <a:off x="4455524" y="3034028"/>
            <a:ext cx="640080" cy="640080"/>
          </a:xfrm>
        </p:spPr>
        <p:txBody>
          <a:bodyPr anchor="ctr"/>
          <a:lstStyle>
            <a:lvl1pPr marL="0" indent="0" algn="ctr">
              <a:buNone/>
              <a:defRPr sz="900"/>
            </a:lvl1pPr>
          </a:lstStyle>
          <a:p>
            <a:r>
              <a:rPr lang="en-US" noProof="0"/>
              <a:t>Click icon to add picture</a:t>
            </a:r>
          </a:p>
        </p:txBody>
      </p:sp>
      <p:sp>
        <p:nvSpPr>
          <p:cNvPr id="55" name="Text Placeholder 52">
            <a:extLst>
              <a:ext uri="{FF2B5EF4-FFF2-40B4-BE49-F238E27FC236}">
                <a16:creationId xmlns:a16="http://schemas.microsoft.com/office/drawing/2014/main" id="{3A752FC9-DE9C-9701-E24E-6F1AC075B16E}"/>
              </a:ext>
            </a:extLst>
          </p:cNvPr>
          <p:cNvSpPr>
            <a:spLocks noGrp="1"/>
          </p:cNvSpPr>
          <p:nvPr>
            <p:ph type="body" sz="quarter" idx="17"/>
          </p:nvPr>
        </p:nvSpPr>
        <p:spPr>
          <a:xfrm>
            <a:off x="5769864" y="3035808"/>
            <a:ext cx="3840480" cy="338328"/>
          </a:xfrm>
        </p:spPr>
        <p:txBody>
          <a:bodyPr/>
          <a:lstStyle>
            <a:lvl1pPr marL="0" indent="0">
              <a:buNone/>
              <a:defRPr sz="2000">
                <a:latin typeface="+mj-lt"/>
              </a:defRPr>
            </a:lvl1pPr>
          </a:lstStyle>
          <a:p>
            <a:pPr lvl="0"/>
            <a:r>
              <a:rPr lang="en-US" noProof="0"/>
              <a:t>Click to edit Master text styles</a:t>
            </a:r>
          </a:p>
        </p:txBody>
      </p:sp>
      <p:sp>
        <p:nvSpPr>
          <p:cNvPr id="60" name="Text Placeholder 52">
            <a:extLst>
              <a:ext uri="{FF2B5EF4-FFF2-40B4-BE49-F238E27FC236}">
                <a16:creationId xmlns:a16="http://schemas.microsoft.com/office/drawing/2014/main" id="{5CA64FAC-BAC1-519A-1252-ED8A726B6313}"/>
              </a:ext>
            </a:extLst>
          </p:cNvPr>
          <p:cNvSpPr>
            <a:spLocks noGrp="1"/>
          </p:cNvSpPr>
          <p:nvPr>
            <p:ph type="body" sz="quarter" idx="22"/>
          </p:nvPr>
        </p:nvSpPr>
        <p:spPr>
          <a:xfrm>
            <a:off x="5769864" y="3359250"/>
            <a:ext cx="5029200" cy="338328"/>
          </a:xfrm>
        </p:spPr>
        <p:txBody>
          <a:bodyPr/>
          <a:lstStyle>
            <a:lvl1pPr marL="0" indent="0">
              <a:buNone/>
              <a:defRPr sz="1600">
                <a:latin typeface="+mn-lt"/>
              </a:defRPr>
            </a:lvl1pPr>
          </a:lstStyle>
          <a:p>
            <a:pPr lvl="0"/>
            <a:r>
              <a:rPr lang="en-US" noProof="0"/>
              <a:t>Click to edit Master text styles</a:t>
            </a:r>
          </a:p>
        </p:txBody>
      </p:sp>
      <p:sp>
        <p:nvSpPr>
          <p:cNvPr id="50" name="Picture Placeholder 46">
            <a:extLst>
              <a:ext uri="{FF2B5EF4-FFF2-40B4-BE49-F238E27FC236}">
                <a16:creationId xmlns:a16="http://schemas.microsoft.com/office/drawing/2014/main" id="{5FF1804E-BBAF-5060-07A3-705BCCF0D7C5}"/>
              </a:ext>
            </a:extLst>
          </p:cNvPr>
          <p:cNvSpPr>
            <a:spLocks noGrp="1"/>
          </p:cNvSpPr>
          <p:nvPr>
            <p:ph type="pic" sz="quarter" idx="13"/>
          </p:nvPr>
        </p:nvSpPr>
        <p:spPr>
          <a:xfrm>
            <a:off x="4455524" y="4382716"/>
            <a:ext cx="640080" cy="640080"/>
          </a:xfrm>
        </p:spPr>
        <p:txBody>
          <a:bodyPr anchor="ctr"/>
          <a:lstStyle>
            <a:lvl1pPr marL="0" indent="0" algn="ctr">
              <a:buNone/>
              <a:defRPr sz="900"/>
            </a:lvl1pPr>
          </a:lstStyle>
          <a:p>
            <a:r>
              <a:rPr lang="en-US" noProof="0"/>
              <a:t>Click icon to add picture</a:t>
            </a:r>
          </a:p>
        </p:txBody>
      </p:sp>
      <p:sp>
        <p:nvSpPr>
          <p:cNvPr id="56" name="Text Placeholder 52">
            <a:extLst>
              <a:ext uri="{FF2B5EF4-FFF2-40B4-BE49-F238E27FC236}">
                <a16:creationId xmlns:a16="http://schemas.microsoft.com/office/drawing/2014/main" id="{D03AC44E-421F-94EE-DC26-D4F6FB1D5444}"/>
              </a:ext>
            </a:extLst>
          </p:cNvPr>
          <p:cNvSpPr>
            <a:spLocks noGrp="1"/>
          </p:cNvSpPr>
          <p:nvPr>
            <p:ph type="body" sz="quarter" idx="18"/>
          </p:nvPr>
        </p:nvSpPr>
        <p:spPr>
          <a:xfrm>
            <a:off x="5769864" y="4325112"/>
            <a:ext cx="3840480" cy="338328"/>
          </a:xfrm>
        </p:spPr>
        <p:txBody>
          <a:bodyPr/>
          <a:lstStyle>
            <a:lvl1pPr marL="0" indent="0">
              <a:buNone/>
              <a:defRPr sz="2000">
                <a:latin typeface="+mj-lt"/>
              </a:defRPr>
            </a:lvl1pPr>
          </a:lstStyle>
          <a:p>
            <a:pPr lvl="0"/>
            <a:r>
              <a:rPr lang="en-US" noProof="0"/>
              <a:t>Click to edit Master text styles</a:t>
            </a:r>
          </a:p>
        </p:txBody>
      </p:sp>
      <p:sp>
        <p:nvSpPr>
          <p:cNvPr id="61" name="Text Placeholder 52">
            <a:extLst>
              <a:ext uri="{FF2B5EF4-FFF2-40B4-BE49-F238E27FC236}">
                <a16:creationId xmlns:a16="http://schemas.microsoft.com/office/drawing/2014/main" id="{4806989D-2A9A-5590-1EF7-9BF0E1F4C43D}"/>
              </a:ext>
            </a:extLst>
          </p:cNvPr>
          <p:cNvSpPr>
            <a:spLocks noGrp="1"/>
          </p:cNvSpPr>
          <p:nvPr>
            <p:ph type="body" sz="quarter" idx="23"/>
          </p:nvPr>
        </p:nvSpPr>
        <p:spPr>
          <a:xfrm>
            <a:off x="5769864" y="4648554"/>
            <a:ext cx="5029200" cy="338328"/>
          </a:xfrm>
        </p:spPr>
        <p:txBody>
          <a:bodyPr/>
          <a:lstStyle>
            <a:lvl1pPr marL="0" indent="0">
              <a:buNone/>
              <a:defRPr sz="1600">
                <a:latin typeface="+mn-lt"/>
              </a:defRPr>
            </a:lvl1pPr>
          </a:lstStyle>
          <a:p>
            <a:pPr lvl="0"/>
            <a:r>
              <a:rPr lang="en-US" noProof="0"/>
              <a:t>Click to edit Master text styles</a:t>
            </a:r>
          </a:p>
        </p:txBody>
      </p:sp>
      <p:sp>
        <p:nvSpPr>
          <p:cNvPr id="51" name="Picture Placeholder 46">
            <a:extLst>
              <a:ext uri="{FF2B5EF4-FFF2-40B4-BE49-F238E27FC236}">
                <a16:creationId xmlns:a16="http://schemas.microsoft.com/office/drawing/2014/main" id="{C28AAD1A-4269-0A5C-7418-7DFC69060C90}"/>
              </a:ext>
            </a:extLst>
          </p:cNvPr>
          <p:cNvSpPr>
            <a:spLocks noGrp="1"/>
          </p:cNvSpPr>
          <p:nvPr>
            <p:ph type="pic" sz="quarter" idx="14"/>
          </p:nvPr>
        </p:nvSpPr>
        <p:spPr>
          <a:xfrm>
            <a:off x="4455524" y="5675320"/>
            <a:ext cx="640080" cy="640080"/>
          </a:xfrm>
        </p:spPr>
        <p:txBody>
          <a:bodyPr anchor="ctr"/>
          <a:lstStyle>
            <a:lvl1pPr marL="0" indent="0" algn="ctr">
              <a:buNone/>
              <a:defRPr sz="900"/>
            </a:lvl1pPr>
          </a:lstStyle>
          <a:p>
            <a:r>
              <a:rPr lang="en-US" noProof="0"/>
              <a:t>Click icon to add picture</a:t>
            </a:r>
          </a:p>
        </p:txBody>
      </p:sp>
      <p:sp>
        <p:nvSpPr>
          <p:cNvPr id="57" name="Text Placeholder 52">
            <a:extLst>
              <a:ext uri="{FF2B5EF4-FFF2-40B4-BE49-F238E27FC236}">
                <a16:creationId xmlns:a16="http://schemas.microsoft.com/office/drawing/2014/main" id="{650C0EB3-5783-DC1F-09A3-02DFAA316429}"/>
              </a:ext>
            </a:extLst>
          </p:cNvPr>
          <p:cNvSpPr>
            <a:spLocks noGrp="1"/>
          </p:cNvSpPr>
          <p:nvPr>
            <p:ph type="body" sz="quarter" idx="19"/>
          </p:nvPr>
        </p:nvSpPr>
        <p:spPr>
          <a:xfrm>
            <a:off x="5769864" y="5614416"/>
            <a:ext cx="3840480" cy="338328"/>
          </a:xfrm>
        </p:spPr>
        <p:txBody>
          <a:bodyPr/>
          <a:lstStyle>
            <a:lvl1pPr marL="0" indent="0">
              <a:buNone/>
              <a:defRPr sz="2000">
                <a:latin typeface="+mj-lt"/>
              </a:defRPr>
            </a:lvl1pPr>
          </a:lstStyle>
          <a:p>
            <a:pPr lvl="0"/>
            <a:r>
              <a:rPr lang="en-US" noProof="0"/>
              <a:t>Click to edit Master text styles</a:t>
            </a:r>
          </a:p>
        </p:txBody>
      </p:sp>
      <p:sp>
        <p:nvSpPr>
          <p:cNvPr id="62" name="Text Placeholder 52">
            <a:extLst>
              <a:ext uri="{FF2B5EF4-FFF2-40B4-BE49-F238E27FC236}">
                <a16:creationId xmlns:a16="http://schemas.microsoft.com/office/drawing/2014/main" id="{94850C9F-BD14-9481-E7F6-526639251EB9}"/>
              </a:ext>
            </a:extLst>
          </p:cNvPr>
          <p:cNvSpPr>
            <a:spLocks noGrp="1"/>
          </p:cNvSpPr>
          <p:nvPr>
            <p:ph type="body" sz="quarter" idx="24"/>
          </p:nvPr>
        </p:nvSpPr>
        <p:spPr>
          <a:xfrm>
            <a:off x="5769864" y="5937858"/>
            <a:ext cx="5029200" cy="338328"/>
          </a:xfrm>
        </p:spPr>
        <p:txBody>
          <a:bodyPr/>
          <a:lstStyle>
            <a:lvl1pPr marL="0" indent="0">
              <a:buNone/>
              <a:defRPr sz="1600">
                <a:latin typeface="+mn-lt"/>
              </a:defRPr>
            </a:lvl1pPr>
          </a:lstStyle>
          <a:p>
            <a:pPr lvl="0"/>
            <a:r>
              <a:rPr lang="en-US" noProof="0"/>
              <a:t>Click to edit Master text styles</a:t>
            </a:r>
          </a:p>
        </p:txBody>
      </p:sp>
    </p:spTree>
    <p:extLst>
      <p:ext uri="{BB962C8B-B14F-4D97-AF65-F5344CB8AC3E}">
        <p14:creationId xmlns:p14="http://schemas.microsoft.com/office/powerpoint/2010/main" val="1274941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accent3"/>
        </a:solidFill>
        <a:effectLst/>
      </p:bgPr>
    </p:bg>
    <p:spTree>
      <p:nvGrpSpPr>
        <p:cNvPr id="1" name=""/>
        <p:cNvGrpSpPr/>
        <p:nvPr/>
      </p:nvGrpSpPr>
      <p:grpSpPr>
        <a:xfrm>
          <a:off x="0" y="0"/>
          <a:ext cx="0" cy="0"/>
          <a:chOff x="0" y="0"/>
          <a:chExt cx="0" cy="0"/>
        </a:xfrm>
      </p:grpSpPr>
      <p:sp>
        <p:nvSpPr>
          <p:cNvPr id="8" name="Google Shape;1251;p56">
            <a:extLst>
              <a:ext uri="{FF2B5EF4-FFF2-40B4-BE49-F238E27FC236}">
                <a16:creationId xmlns:a16="http://schemas.microsoft.com/office/drawing/2014/main" id="{5240ABBF-9F6E-51C2-3600-798F3A8C4868}"/>
              </a:ext>
            </a:extLst>
          </p:cNvPr>
          <p:cNvSpPr/>
          <p:nvPr userDrawn="1"/>
        </p:nvSpPr>
        <p:spPr>
          <a:xfrm>
            <a:off x="547230" y="194408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0" name="Google Shape;1251;p56">
            <a:extLst>
              <a:ext uri="{FF2B5EF4-FFF2-40B4-BE49-F238E27FC236}">
                <a16:creationId xmlns:a16="http://schemas.microsoft.com/office/drawing/2014/main" id="{724FD7F3-2232-7463-6613-3EF2344BD063}"/>
              </a:ext>
            </a:extLst>
          </p:cNvPr>
          <p:cNvSpPr/>
          <p:nvPr userDrawn="1"/>
        </p:nvSpPr>
        <p:spPr>
          <a:xfrm>
            <a:off x="4922989" y="194696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Google Shape;1251;p56">
            <a:extLst>
              <a:ext uri="{FF2B5EF4-FFF2-40B4-BE49-F238E27FC236}">
                <a16:creationId xmlns:a16="http://schemas.microsoft.com/office/drawing/2014/main" id="{234E24BE-6EC9-C62B-1B5F-EBE5C279EF38}"/>
              </a:ext>
            </a:extLst>
          </p:cNvPr>
          <p:cNvSpPr/>
          <p:nvPr userDrawn="1"/>
        </p:nvSpPr>
        <p:spPr>
          <a:xfrm>
            <a:off x="9225456" y="1924776"/>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Google Shape;1251;p56">
            <a:extLst>
              <a:ext uri="{FF2B5EF4-FFF2-40B4-BE49-F238E27FC236}">
                <a16:creationId xmlns:a16="http://schemas.microsoft.com/office/drawing/2014/main" id="{F4987345-5BC3-6B09-35D1-118625B93B26}"/>
              </a:ext>
            </a:extLst>
          </p:cNvPr>
          <p:cNvSpPr/>
          <p:nvPr userDrawn="1"/>
        </p:nvSpPr>
        <p:spPr>
          <a:xfrm>
            <a:off x="2798649" y="3902220"/>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6" name="Google Shape;1251;p56">
            <a:extLst>
              <a:ext uri="{FF2B5EF4-FFF2-40B4-BE49-F238E27FC236}">
                <a16:creationId xmlns:a16="http://schemas.microsoft.com/office/drawing/2014/main" id="{D24F97D8-E25C-583D-72FF-A9AD2A77A71F}"/>
              </a:ext>
            </a:extLst>
          </p:cNvPr>
          <p:cNvSpPr/>
          <p:nvPr userDrawn="1"/>
        </p:nvSpPr>
        <p:spPr>
          <a:xfrm>
            <a:off x="7156227" y="3880033"/>
            <a:ext cx="2529083" cy="2529083"/>
          </a:xfrm>
          <a:prstGeom prst="ellipse">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BF01426A-0740-2EB9-FC34-9C043459357E}"/>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36" name="Text Placeholder 35">
            <a:extLst>
              <a:ext uri="{FF2B5EF4-FFF2-40B4-BE49-F238E27FC236}">
                <a16:creationId xmlns:a16="http://schemas.microsoft.com/office/drawing/2014/main" id="{C96B6B23-01AB-14E3-6F7D-14E56C8F7FB4}"/>
              </a:ext>
            </a:extLst>
          </p:cNvPr>
          <p:cNvSpPr>
            <a:spLocks noGrp="1"/>
          </p:cNvSpPr>
          <p:nvPr>
            <p:ph type="body" sz="quarter" idx="13"/>
          </p:nvPr>
        </p:nvSpPr>
        <p:spPr>
          <a:xfrm>
            <a:off x="458788"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0" name="Text Placeholder 35">
            <a:extLst>
              <a:ext uri="{FF2B5EF4-FFF2-40B4-BE49-F238E27FC236}">
                <a16:creationId xmlns:a16="http://schemas.microsoft.com/office/drawing/2014/main" id="{B5D9C006-6816-1398-2752-53296B2275E9}"/>
              </a:ext>
            </a:extLst>
          </p:cNvPr>
          <p:cNvSpPr>
            <a:spLocks noGrp="1"/>
          </p:cNvSpPr>
          <p:nvPr>
            <p:ph type="body" sz="quarter" idx="15"/>
          </p:nvPr>
        </p:nvSpPr>
        <p:spPr>
          <a:xfrm>
            <a:off x="4844975"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3" name="Text Placeholder 35">
            <a:extLst>
              <a:ext uri="{FF2B5EF4-FFF2-40B4-BE49-F238E27FC236}">
                <a16:creationId xmlns:a16="http://schemas.microsoft.com/office/drawing/2014/main" id="{5C67F012-5EC1-3C44-2545-C90EFB6C7AA3}"/>
              </a:ext>
            </a:extLst>
          </p:cNvPr>
          <p:cNvSpPr>
            <a:spLocks noGrp="1"/>
          </p:cNvSpPr>
          <p:nvPr>
            <p:ph type="body" sz="quarter" idx="17"/>
          </p:nvPr>
        </p:nvSpPr>
        <p:spPr>
          <a:xfrm>
            <a:off x="9137214" y="1836534"/>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39" name="Text Placeholder 35">
            <a:extLst>
              <a:ext uri="{FF2B5EF4-FFF2-40B4-BE49-F238E27FC236}">
                <a16:creationId xmlns:a16="http://schemas.microsoft.com/office/drawing/2014/main" id="{84C1F7B9-544F-1D65-F30E-22B977B0EA42}"/>
              </a:ext>
            </a:extLst>
          </p:cNvPr>
          <p:cNvSpPr>
            <a:spLocks noGrp="1"/>
          </p:cNvSpPr>
          <p:nvPr>
            <p:ph type="body" sz="quarter" idx="14"/>
          </p:nvPr>
        </p:nvSpPr>
        <p:spPr>
          <a:xfrm>
            <a:off x="2710407"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
        <p:nvSpPr>
          <p:cNvPr id="41" name="Text Placeholder 35">
            <a:extLst>
              <a:ext uri="{FF2B5EF4-FFF2-40B4-BE49-F238E27FC236}">
                <a16:creationId xmlns:a16="http://schemas.microsoft.com/office/drawing/2014/main" id="{F0785379-F700-62B9-BF17-703A87E29891}"/>
              </a:ext>
            </a:extLst>
          </p:cNvPr>
          <p:cNvSpPr>
            <a:spLocks noGrp="1"/>
          </p:cNvSpPr>
          <p:nvPr>
            <p:ph type="body" sz="quarter" idx="16"/>
          </p:nvPr>
        </p:nvSpPr>
        <p:spPr>
          <a:xfrm>
            <a:off x="7067985" y="3813978"/>
            <a:ext cx="2528887" cy="2528887"/>
          </a:xfrm>
          <a:prstGeom prst="ellipse">
            <a:avLst/>
          </a:prstGeom>
          <a:solidFill>
            <a:schemeClr val="accent5"/>
          </a:solidFill>
          <a:ln w="25400">
            <a:solidFill>
              <a:schemeClr val="tx2"/>
            </a:solidFill>
          </a:ln>
        </p:spPr>
        <p:txBody>
          <a:bodyPr tIns="274320"/>
          <a:lstStyle>
            <a:lvl1pPr marL="0" indent="0" algn="ctr">
              <a:lnSpc>
                <a:spcPct val="100000"/>
              </a:lnSpc>
              <a:spcBef>
                <a:spcPts val="0"/>
              </a:spcBef>
              <a:buNone/>
              <a:defRPr sz="2000">
                <a:latin typeface="+mj-lt"/>
              </a:defRPr>
            </a:lvl1pPr>
            <a:lvl2pPr marL="0" indent="0" algn="ctr">
              <a:lnSpc>
                <a:spcPct val="100000"/>
              </a:lnSpc>
              <a:spcBef>
                <a:spcPts val="600"/>
              </a:spcBef>
              <a:buNone/>
              <a:defRPr sz="1600"/>
            </a:lvl2pPr>
          </a:lstStyle>
          <a:p>
            <a:pPr lvl="0"/>
            <a:r>
              <a:rPr lang="en-US" noProof="0"/>
              <a:t>Click to edit Master text styles</a:t>
            </a:r>
          </a:p>
          <a:p>
            <a:pPr lvl="1"/>
            <a:r>
              <a:rPr lang="en-US" noProof="0"/>
              <a:t>Second level</a:t>
            </a:r>
          </a:p>
        </p:txBody>
      </p:sp>
    </p:spTree>
    <p:extLst>
      <p:ext uri="{BB962C8B-B14F-4D97-AF65-F5344CB8AC3E}">
        <p14:creationId xmlns:p14="http://schemas.microsoft.com/office/powerpoint/2010/main" val="2266006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solidFill>
        <a:effectLst/>
      </p:bgPr>
    </p:bg>
    <p:spTree>
      <p:nvGrpSpPr>
        <p:cNvPr id="1" name=""/>
        <p:cNvGrpSpPr/>
        <p:nvPr/>
      </p:nvGrpSpPr>
      <p:grpSpPr>
        <a:xfrm>
          <a:off x="0" y="0"/>
          <a:ext cx="0" cy="0"/>
          <a:chOff x="0" y="0"/>
          <a:chExt cx="0" cy="0"/>
        </a:xfrm>
      </p:grpSpPr>
      <p:sp>
        <p:nvSpPr>
          <p:cNvPr id="11" name="Google Shape;634;p42">
            <a:extLst>
              <a:ext uri="{FF2B5EF4-FFF2-40B4-BE49-F238E27FC236}">
                <a16:creationId xmlns:a16="http://schemas.microsoft.com/office/drawing/2014/main" id="{8B24251C-09A2-7EC7-D81E-7B4EC1A6C8FB}"/>
              </a:ext>
            </a:extLst>
          </p:cNvPr>
          <p:cNvSpPr/>
          <p:nvPr userDrawn="1"/>
        </p:nvSpPr>
        <p:spPr>
          <a:xfrm>
            <a:off x="1043969" y="2096168"/>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Google Shape;634;p42">
            <a:extLst>
              <a:ext uri="{FF2B5EF4-FFF2-40B4-BE49-F238E27FC236}">
                <a16:creationId xmlns:a16="http://schemas.microsoft.com/office/drawing/2014/main" id="{7095FC12-1305-9C50-D9A9-1BA4392374E6}"/>
              </a:ext>
            </a:extLst>
          </p:cNvPr>
          <p:cNvSpPr/>
          <p:nvPr userDrawn="1"/>
        </p:nvSpPr>
        <p:spPr>
          <a:xfrm>
            <a:off x="1043969" y="4160972"/>
            <a:ext cx="10271731" cy="1505316"/>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3" name="Title 22">
            <a:extLst>
              <a:ext uri="{FF2B5EF4-FFF2-40B4-BE49-F238E27FC236}">
                <a16:creationId xmlns:a16="http://schemas.microsoft.com/office/drawing/2014/main" id="{AA325A5B-8E43-DA35-85DE-66DB81C5F5AD}"/>
              </a:ext>
            </a:extLst>
          </p:cNvPr>
          <p:cNvSpPr>
            <a:spLocks noGrp="1"/>
          </p:cNvSpPr>
          <p:nvPr>
            <p:ph type="title"/>
          </p:nvPr>
        </p:nvSpPr>
        <p:spPr/>
        <p:txBody>
          <a:bodyPr/>
          <a:lstStyle/>
          <a:p>
            <a:r>
              <a:rPr lang="en-US" noProof="0"/>
              <a:t>Click to edit Master title style</a:t>
            </a:r>
          </a:p>
        </p:txBody>
      </p:sp>
      <p:sp>
        <p:nvSpPr>
          <p:cNvPr id="21" name="Text Placeholder 2">
            <a:extLst>
              <a:ext uri="{FF2B5EF4-FFF2-40B4-BE49-F238E27FC236}">
                <a16:creationId xmlns:a16="http://schemas.microsoft.com/office/drawing/2014/main" id="{BCA26A7E-435E-AFBA-FECA-047481A83CB8}"/>
              </a:ext>
            </a:extLst>
          </p:cNvPr>
          <p:cNvSpPr>
            <a:spLocks noGrp="1"/>
          </p:cNvSpPr>
          <p:nvPr>
            <p:ph type="body" idx="1"/>
          </p:nvPr>
        </p:nvSpPr>
        <p:spPr>
          <a:xfrm>
            <a:off x="892795" y="1920319"/>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a:extLst>
              <a:ext uri="{FF2B5EF4-FFF2-40B4-BE49-F238E27FC236}">
                <a16:creationId xmlns:a16="http://schemas.microsoft.com/office/drawing/2014/main" id="{4A82CD3C-84E1-013B-FEDD-5B4008CD2B33}"/>
              </a:ext>
            </a:extLst>
          </p:cNvPr>
          <p:cNvSpPr>
            <a:spLocks noGrp="1"/>
          </p:cNvSpPr>
          <p:nvPr>
            <p:ph sz="half" idx="2"/>
          </p:nvPr>
        </p:nvSpPr>
        <p:spPr>
          <a:xfrm>
            <a:off x="4645152" y="2007884"/>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2" name="Text Placeholder 4">
            <a:extLst>
              <a:ext uri="{FF2B5EF4-FFF2-40B4-BE49-F238E27FC236}">
                <a16:creationId xmlns:a16="http://schemas.microsoft.com/office/drawing/2014/main" id="{42E5F6B0-4BF8-B61C-19DC-44EADF2C6A3E}"/>
              </a:ext>
            </a:extLst>
          </p:cNvPr>
          <p:cNvSpPr>
            <a:spLocks noGrp="1"/>
          </p:cNvSpPr>
          <p:nvPr>
            <p:ph type="body" sz="quarter" idx="3"/>
          </p:nvPr>
        </p:nvSpPr>
        <p:spPr>
          <a:xfrm>
            <a:off x="892795" y="4005858"/>
            <a:ext cx="10268712" cy="1505315"/>
          </a:xfrm>
          <a:solidFill>
            <a:schemeClr val="accent5"/>
          </a:solidFill>
          <a:ln w="25400">
            <a:solidFill>
              <a:schemeClr val="dk1"/>
            </a:solidFill>
          </a:ln>
        </p:spPr>
        <p:txBody>
          <a:bodyPr lIns="896112" rIns="6492240" anchor="ctr"/>
          <a:lstStyle>
            <a:lvl1pPr marL="0" indent="0">
              <a:lnSpc>
                <a:spcPct val="120000"/>
              </a:lnSpc>
              <a:spcBef>
                <a:spcPts val="0"/>
              </a:spcBef>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0" name="Content Placeholder 3">
            <a:extLst>
              <a:ext uri="{FF2B5EF4-FFF2-40B4-BE49-F238E27FC236}">
                <a16:creationId xmlns:a16="http://schemas.microsoft.com/office/drawing/2014/main" id="{710FDC74-97A7-7CF9-8479-7DF70FE009C4}"/>
              </a:ext>
            </a:extLst>
          </p:cNvPr>
          <p:cNvSpPr>
            <a:spLocks noGrp="1"/>
          </p:cNvSpPr>
          <p:nvPr>
            <p:ph sz="half" idx="13"/>
          </p:nvPr>
        </p:nvSpPr>
        <p:spPr>
          <a:xfrm>
            <a:off x="4645152" y="4093420"/>
            <a:ext cx="6408671" cy="1330189"/>
          </a:xfrm>
        </p:spPr>
        <p:txBody>
          <a:bodyPr anchor="ctr"/>
          <a:lstStyle>
            <a:lvl1pPr marL="0" indent="-137160">
              <a:lnSpc>
                <a:spcPct val="100000"/>
              </a:lnSpc>
              <a:spcBef>
                <a:spcPts val="0"/>
              </a:spcBef>
              <a:buSzPct val="50000"/>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9" name="Slide Number Placeholder 8">
            <a:extLst>
              <a:ext uri="{FF2B5EF4-FFF2-40B4-BE49-F238E27FC236}">
                <a16:creationId xmlns:a16="http://schemas.microsoft.com/office/drawing/2014/main" id="{7EA9E27A-A5B9-7554-B03C-977DD0697109}"/>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8" name="Footer Placeholder 7">
            <a:extLst>
              <a:ext uri="{FF2B5EF4-FFF2-40B4-BE49-F238E27FC236}">
                <a16:creationId xmlns:a16="http://schemas.microsoft.com/office/drawing/2014/main" id="{10B2D671-9FA9-57ED-C5BB-EF64BEB1363E}"/>
              </a:ext>
            </a:extLst>
          </p:cNvPr>
          <p:cNvSpPr>
            <a:spLocks noGrp="1"/>
          </p:cNvSpPr>
          <p:nvPr>
            <p:ph type="ftr" sz="quarter" idx="11"/>
          </p:nvPr>
        </p:nvSpPr>
        <p:spPr/>
        <p:txBody>
          <a:bodyPr/>
          <a:lstStyle/>
          <a:p>
            <a:r>
              <a:rPr lang="en-US" noProof="0"/>
              <a:t>Presentation title</a:t>
            </a:r>
          </a:p>
        </p:txBody>
      </p:sp>
      <p:sp>
        <p:nvSpPr>
          <p:cNvPr id="7" name="Date Placeholder 6">
            <a:extLst>
              <a:ext uri="{FF2B5EF4-FFF2-40B4-BE49-F238E27FC236}">
                <a16:creationId xmlns:a16="http://schemas.microsoft.com/office/drawing/2014/main" id="{ECF944D9-3F95-D788-A7A5-9C541DBDE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78057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6481182" y="2106081"/>
            <a:ext cx="5056632"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5048882"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4604512"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6358128" y="1956816"/>
            <a:ext cx="5047488"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6600154" y="2944368"/>
            <a:ext cx="4608576"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8909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CB1F4-E4E2-E27F-87D0-6DFE6637592C}"/>
              </a:ext>
            </a:extLst>
          </p:cNvPr>
          <p:cNvSpPr>
            <a:spLocks noGrp="1"/>
          </p:cNvSpPr>
          <p:nvPr>
            <p:ph type="title"/>
          </p:nvPr>
        </p:nvSpPr>
        <p:spPr/>
        <p:txBody>
          <a:bodyPr/>
          <a:lstStyle/>
          <a:p>
            <a:r>
              <a:rPr lang="en-US" noProof="0"/>
              <a:t>Click to edit Master title style</a:t>
            </a:r>
          </a:p>
        </p:txBody>
      </p:sp>
      <p:sp>
        <p:nvSpPr>
          <p:cNvPr id="7" name="Google Shape;1148;p53">
            <a:extLst>
              <a:ext uri="{FF2B5EF4-FFF2-40B4-BE49-F238E27FC236}">
                <a16:creationId xmlns:a16="http://schemas.microsoft.com/office/drawing/2014/main" id="{D76333E0-FAE0-3B63-28EE-BA834131593C}"/>
              </a:ext>
            </a:extLst>
          </p:cNvPr>
          <p:cNvSpPr/>
          <p:nvPr userDrawn="1"/>
        </p:nvSpPr>
        <p:spPr>
          <a:xfrm>
            <a:off x="837094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9" name="Google Shape;1148;p53">
            <a:extLst>
              <a:ext uri="{FF2B5EF4-FFF2-40B4-BE49-F238E27FC236}">
                <a16:creationId xmlns:a16="http://schemas.microsoft.com/office/drawing/2014/main" id="{1BF10461-2A6D-BD12-B1D7-5A73DDD367A8}"/>
              </a:ext>
            </a:extLst>
          </p:cNvPr>
          <p:cNvSpPr/>
          <p:nvPr userDrawn="1"/>
        </p:nvSpPr>
        <p:spPr>
          <a:xfrm>
            <a:off x="4599233"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Google Shape;1148;p53">
            <a:extLst>
              <a:ext uri="{FF2B5EF4-FFF2-40B4-BE49-F238E27FC236}">
                <a16:creationId xmlns:a16="http://schemas.microsoft.com/office/drawing/2014/main" id="{B21F23CA-8996-2ED3-865E-9CBB7B3DEF01}"/>
              </a:ext>
            </a:extLst>
          </p:cNvPr>
          <p:cNvSpPr/>
          <p:nvPr userDrawn="1"/>
        </p:nvSpPr>
        <p:spPr>
          <a:xfrm>
            <a:off x="808072" y="2106081"/>
            <a:ext cx="3249570"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8" name="Text Placeholder 24">
            <a:extLst>
              <a:ext uri="{FF2B5EF4-FFF2-40B4-BE49-F238E27FC236}">
                <a16:creationId xmlns:a16="http://schemas.microsoft.com/office/drawing/2014/main" id="{BF16B1C6-54F0-43B5-701B-5ACB9DB37B75}"/>
              </a:ext>
            </a:extLst>
          </p:cNvPr>
          <p:cNvSpPr>
            <a:spLocks noGrp="1"/>
          </p:cNvSpPr>
          <p:nvPr>
            <p:ph type="body" sz="quarter" idx="14"/>
          </p:nvPr>
        </p:nvSpPr>
        <p:spPr>
          <a:xfrm>
            <a:off x="68580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1" name="Content Placeholder 3">
            <a:extLst>
              <a:ext uri="{FF2B5EF4-FFF2-40B4-BE49-F238E27FC236}">
                <a16:creationId xmlns:a16="http://schemas.microsoft.com/office/drawing/2014/main" id="{86A122E7-1CF8-0AB9-3407-6E725320DC62}"/>
              </a:ext>
            </a:extLst>
          </p:cNvPr>
          <p:cNvSpPr>
            <a:spLocks noGrp="1"/>
          </p:cNvSpPr>
          <p:nvPr>
            <p:ph sz="half" idx="2"/>
          </p:nvPr>
        </p:nvSpPr>
        <p:spPr>
          <a:xfrm>
            <a:off x="932688"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19" name="Text Placeholder 24">
            <a:extLst>
              <a:ext uri="{FF2B5EF4-FFF2-40B4-BE49-F238E27FC236}">
                <a16:creationId xmlns:a16="http://schemas.microsoft.com/office/drawing/2014/main" id="{9B6C5E12-67C8-B5AA-FC61-A40F6C388F8B}"/>
              </a:ext>
            </a:extLst>
          </p:cNvPr>
          <p:cNvSpPr>
            <a:spLocks noGrp="1"/>
          </p:cNvSpPr>
          <p:nvPr>
            <p:ph type="body" sz="quarter" idx="16"/>
          </p:nvPr>
        </p:nvSpPr>
        <p:spPr>
          <a:xfrm>
            <a:off x="4480560"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2" name="Content Placeholder 3">
            <a:extLst>
              <a:ext uri="{FF2B5EF4-FFF2-40B4-BE49-F238E27FC236}">
                <a16:creationId xmlns:a16="http://schemas.microsoft.com/office/drawing/2014/main" id="{92BD99C3-C1A1-E89B-FB77-6221D2FBE9A6}"/>
              </a:ext>
            </a:extLst>
          </p:cNvPr>
          <p:cNvSpPr>
            <a:spLocks noGrp="1"/>
          </p:cNvSpPr>
          <p:nvPr>
            <p:ph sz="half" idx="13"/>
          </p:nvPr>
        </p:nvSpPr>
        <p:spPr>
          <a:xfrm>
            <a:off x="4715873"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0" name="Text Placeholder 24">
            <a:extLst>
              <a:ext uri="{FF2B5EF4-FFF2-40B4-BE49-F238E27FC236}">
                <a16:creationId xmlns:a16="http://schemas.microsoft.com/office/drawing/2014/main" id="{F5C0C473-4EA8-206C-EDC5-DAF92DC87E7B}"/>
              </a:ext>
            </a:extLst>
          </p:cNvPr>
          <p:cNvSpPr>
            <a:spLocks noGrp="1"/>
          </p:cNvSpPr>
          <p:nvPr>
            <p:ph type="body" sz="quarter" idx="19"/>
          </p:nvPr>
        </p:nvSpPr>
        <p:spPr>
          <a:xfrm>
            <a:off x="8247888" y="1956816"/>
            <a:ext cx="3246120" cy="3986784"/>
          </a:xfrm>
          <a:solidFill>
            <a:schemeClr val="accent5"/>
          </a:solidFill>
          <a:ln w="25400">
            <a:solidFill>
              <a:schemeClr val="dk1"/>
            </a:solidFill>
          </a:ln>
        </p:spPr>
        <p:txBody>
          <a:bodyPr lIns="320040" tIns="502920"/>
          <a:lstStyle>
            <a:lvl1pPr marL="0" indent="0" algn="l">
              <a:buFont typeface="Arial" panose="020B0604020202020204" pitchFamily="34" charset="0"/>
              <a:buNone/>
              <a:defRPr sz="2000">
                <a:latin typeface="+mj-lt"/>
              </a:defRPr>
            </a:lvl1pPr>
          </a:lstStyle>
          <a:p>
            <a:pPr lvl="0"/>
            <a:r>
              <a:rPr lang="en-US" noProof="0"/>
              <a:t>Click to edit Master text styles</a:t>
            </a:r>
          </a:p>
        </p:txBody>
      </p:sp>
      <p:sp>
        <p:nvSpPr>
          <p:cNvPr id="23" name="Content Placeholder 3">
            <a:extLst>
              <a:ext uri="{FF2B5EF4-FFF2-40B4-BE49-F238E27FC236}">
                <a16:creationId xmlns:a16="http://schemas.microsoft.com/office/drawing/2014/main" id="{E3B2BF64-243E-E09B-24DD-86574712A72C}"/>
              </a:ext>
            </a:extLst>
          </p:cNvPr>
          <p:cNvSpPr>
            <a:spLocks noGrp="1"/>
          </p:cNvSpPr>
          <p:nvPr>
            <p:ph sz="half" idx="20"/>
          </p:nvPr>
        </p:nvSpPr>
        <p:spPr>
          <a:xfrm>
            <a:off x="8489914" y="2944368"/>
            <a:ext cx="2743200" cy="2785100"/>
          </a:xfrm>
        </p:spPr>
        <p:txBody>
          <a:bodyPr anchor="t"/>
          <a:lstStyle>
            <a:lvl1pPr marL="0" indent="0">
              <a:lnSpc>
                <a:spcPct val="100000"/>
              </a:lnSpc>
              <a:spcBef>
                <a:spcPts val="0"/>
              </a:spcBef>
              <a:buSzPct val="50000"/>
              <a:buNone/>
              <a:defRPr sz="1600"/>
            </a:lvl1pPr>
            <a:lvl2pPr marL="274320" indent="-137160">
              <a:lnSpc>
                <a:spcPct val="100000"/>
              </a:lnSpc>
              <a:spcBef>
                <a:spcPts val="0"/>
              </a:spcBef>
              <a:buSzPct val="50000"/>
              <a:defRPr sz="1400"/>
            </a:lvl2pPr>
            <a:lvl3pPr marL="411480" indent="-137160">
              <a:lnSpc>
                <a:spcPct val="100000"/>
              </a:lnSpc>
              <a:spcBef>
                <a:spcPts val="0"/>
              </a:spcBef>
              <a:buSzPct val="50000"/>
              <a:defRPr sz="1200"/>
            </a:lvl3pPr>
            <a:lvl4pPr marL="548640" indent="-137160">
              <a:lnSpc>
                <a:spcPct val="100000"/>
              </a:lnSpc>
              <a:spcBef>
                <a:spcPts val="0"/>
              </a:spcBef>
              <a:buSzPct val="50000"/>
              <a:defRPr sz="1100"/>
            </a:lvl4pPr>
            <a:lvl5pPr indent="-137160">
              <a:buSzPct val="50000"/>
              <a:defRPr sz="11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5" name="Slide Number Placeholder 4">
            <a:extLst>
              <a:ext uri="{FF2B5EF4-FFF2-40B4-BE49-F238E27FC236}">
                <a16:creationId xmlns:a16="http://schemas.microsoft.com/office/drawing/2014/main" id="{3A18DB23-E349-DF43-8126-A1F21B8C33C6}"/>
              </a:ext>
            </a:extLst>
          </p:cNvPr>
          <p:cNvSpPr>
            <a:spLocks noGrp="1"/>
          </p:cNvSpPr>
          <p:nvPr>
            <p:ph type="sldNum" sz="quarter" idx="12"/>
          </p:nvPr>
        </p:nvSpPr>
        <p:spPr/>
        <p:txBody>
          <a:bodyPr/>
          <a:lstStyle/>
          <a:p>
            <a:fld id="{8D0AFDD5-844D-364D-8AEC-50CF4D36D55D}" type="slidenum">
              <a:rPr lang="en-US" noProof="0" smtClean="0"/>
              <a:pPr/>
              <a:t>‹#›</a:t>
            </a:fld>
            <a:endParaRPr lang="en-US" noProof="0"/>
          </a:p>
        </p:txBody>
      </p:sp>
      <p:sp>
        <p:nvSpPr>
          <p:cNvPr id="4" name="Footer Placeholder 3">
            <a:extLst>
              <a:ext uri="{FF2B5EF4-FFF2-40B4-BE49-F238E27FC236}">
                <a16:creationId xmlns:a16="http://schemas.microsoft.com/office/drawing/2014/main" id="{46774F0D-57B5-C6EE-016C-501DC8D7E4F7}"/>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5DF0D283-938B-8E26-1C43-DC3AD65091B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248316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7" name="Google Shape;327;p33">
            <a:extLst>
              <a:ext uri="{FF2B5EF4-FFF2-40B4-BE49-F238E27FC236}">
                <a16:creationId xmlns:a16="http://schemas.microsoft.com/office/drawing/2014/main" id="{E7EB222B-6CF5-9486-E495-4BBCFBA5DEE9}"/>
              </a:ext>
            </a:extLst>
          </p:cNvPr>
          <p:cNvSpPr/>
          <p:nvPr userDrawn="1"/>
        </p:nvSpPr>
        <p:spPr>
          <a:xfrm>
            <a:off x="5400719" y="1198578"/>
            <a:ext cx="6114430" cy="4794575"/>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Google Shape;328;p33">
            <a:extLst>
              <a:ext uri="{FF2B5EF4-FFF2-40B4-BE49-F238E27FC236}">
                <a16:creationId xmlns:a16="http://schemas.microsoft.com/office/drawing/2014/main" id="{1FEBC754-F0A8-F9F6-F804-7081E078D8F5}"/>
              </a:ext>
            </a:extLst>
          </p:cNvPr>
          <p:cNvSpPr/>
          <p:nvPr userDrawn="1"/>
        </p:nvSpPr>
        <p:spPr>
          <a:xfrm>
            <a:off x="5196524" y="838200"/>
            <a:ext cx="6114430" cy="49149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Title 1">
            <a:extLst>
              <a:ext uri="{FF2B5EF4-FFF2-40B4-BE49-F238E27FC236}">
                <a16:creationId xmlns:a16="http://schemas.microsoft.com/office/drawing/2014/main" id="{A8F8B0E5-D249-4F2F-16F0-7A9A49B95D39}"/>
              </a:ext>
            </a:extLst>
          </p:cNvPr>
          <p:cNvSpPr>
            <a:spLocks noGrp="1"/>
          </p:cNvSpPr>
          <p:nvPr>
            <p:ph type="title"/>
          </p:nvPr>
        </p:nvSpPr>
        <p:spPr>
          <a:xfrm>
            <a:off x="5978024" y="1783080"/>
            <a:ext cx="4959821" cy="1162762"/>
          </a:xfrm>
        </p:spPr>
        <p:txBody>
          <a:bodyPr/>
          <a:lstStyle>
            <a:lvl1pPr algn="l">
              <a:lnSpc>
                <a:spcPct val="90000"/>
              </a:lnSpc>
              <a:defRPr/>
            </a:lvl1pPr>
          </a:lstStyle>
          <a:p>
            <a:r>
              <a:rPr lang="en-US" noProof="0"/>
              <a:t>Click to edit Master title style</a:t>
            </a:r>
          </a:p>
        </p:txBody>
      </p:sp>
      <p:sp>
        <p:nvSpPr>
          <p:cNvPr id="19" name="Picture Placeholder 18">
            <a:extLst>
              <a:ext uri="{FF2B5EF4-FFF2-40B4-BE49-F238E27FC236}">
                <a16:creationId xmlns:a16="http://schemas.microsoft.com/office/drawing/2014/main" id="{52CFE759-845E-6170-DB8C-EA3FA075BBC8}"/>
              </a:ext>
            </a:extLst>
          </p:cNvPr>
          <p:cNvSpPr>
            <a:spLocks noGrp="1"/>
          </p:cNvSpPr>
          <p:nvPr>
            <p:ph type="pic" sz="quarter" idx="13"/>
          </p:nvPr>
        </p:nvSpPr>
        <p:spPr>
          <a:xfrm>
            <a:off x="0" y="0"/>
            <a:ext cx="4351128" cy="6858000"/>
          </a:xfrm>
          <a:solidFill>
            <a:schemeClr val="accent5"/>
          </a:solidFill>
        </p:spPr>
        <p:txBody>
          <a:bodyPr anchor="ctr"/>
          <a:lstStyle>
            <a:lvl1pPr marL="0" indent="0" algn="ctr">
              <a:buNone/>
              <a:defRPr/>
            </a:lvl1pPr>
          </a:lstStyle>
          <a:p>
            <a:r>
              <a:rPr lang="en-US" noProof="0"/>
              <a:t>Click icon to add picture</a:t>
            </a:r>
          </a:p>
        </p:txBody>
      </p:sp>
      <p:sp>
        <p:nvSpPr>
          <p:cNvPr id="15" name="Content Placeholder 2">
            <a:extLst>
              <a:ext uri="{FF2B5EF4-FFF2-40B4-BE49-F238E27FC236}">
                <a16:creationId xmlns:a16="http://schemas.microsoft.com/office/drawing/2014/main" id="{77189B6C-4236-0B00-D585-EEE5183EC3B5}"/>
              </a:ext>
            </a:extLst>
          </p:cNvPr>
          <p:cNvSpPr>
            <a:spLocks noGrp="1"/>
          </p:cNvSpPr>
          <p:nvPr>
            <p:ph idx="1"/>
          </p:nvPr>
        </p:nvSpPr>
        <p:spPr>
          <a:xfrm>
            <a:off x="5961888" y="2944368"/>
            <a:ext cx="4818888" cy="2130552"/>
          </a:xfrm>
        </p:spPr>
        <p:txBody>
          <a:bodyPr/>
          <a:lstStyle>
            <a:lvl1pPr marL="0" indent="0">
              <a:lnSpc>
                <a:spcPct val="100000"/>
              </a:lnSpc>
              <a:spcBef>
                <a:spcPts val="0"/>
              </a:spcBef>
              <a:buNone/>
              <a:defRPr sz="1600"/>
            </a:lvl1pPr>
            <a:lvl2pPr>
              <a:defRPr sz="1400"/>
            </a:lvl2pPr>
            <a:lvl3pPr>
              <a:defRPr sz="1200"/>
            </a:lvl3pPr>
            <a:lvl4pPr>
              <a:defRPr sz="1100"/>
            </a:lvl4pPr>
            <a:lvl5pPr>
              <a:defRPr sz="1100"/>
            </a:lvl5pPr>
          </a:lstStyle>
          <a:p>
            <a:pPr lvl="0"/>
            <a:r>
              <a:rPr lang="en-US" noProof="0"/>
              <a:t>Click to edit Master text styles</a:t>
            </a:r>
          </a:p>
        </p:txBody>
      </p:sp>
      <p:sp>
        <p:nvSpPr>
          <p:cNvPr id="5" name="Slide Number Placeholder 4">
            <a:extLst>
              <a:ext uri="{FF2B5EF4-FFF2-40B4-BE49-F238E27FC236}">
                <a16:creationId xmlns:a16="http://schemas.microsoft.com/office/drawing/2014/main" id="{22D37E9B-F86D-C91D-23CC-19F188DE83F6}"/>
              </a:ext>
            </a:extLst>
          </p:cNvPr>
          <p:cNvSpPr>
            <a:spLocks noGrp="1"/>
          </p:cNvSpPr>
          <p:nvPr>
            <p:ph type="sldNum" sz="quarter" idx="12"/>
          </p:nvPr>
        </p:nvSpPr>
        <p:spPr>
          <a:xfrm>
            <a:off x="8072901" y="6400904"/>
            <a:ext cx="365760" cy="246888"/>
          </a:xfrm>
        </p:spPr>
        <p:txBody>
          <a:bodyPr/>
          <a:lstStyle/>
          <a:p>
            <a:fld id="{8D0AFDD5-844D-364D-8AEC-50CF4D36D55D}" type="slidenum">
              <a:rPr lang="en-US" noProof="0" smtClean="0"/>
              <a:pPr/>
              <a:t>‹#›</a:t>
            </a:fld>
            <a:endParaRPr lang="en-US" noProof="0"/>
          </a:p>
        </p:txBody>
      </p:sp>
      <p:cxnSp>
        <p:nvCxnSpPr>
          <p:cNvPr id="21" name="Straight Connector 20">
            <a:extLst>
              <a:ext uri="{FF2B5EF4-FFF2-40B4-BE49-F238E27FC236}">
                <a16:creationId xmlns:a16="http://schemas.microsoft.com/office/drawing/2014/main" id="{CB55B0F1-C1EF-3790-A994-C8C4BB61CCB9}"/>
              </a:ext>
            </a:extLst>
          </p:cNvPr>
          <p:cNvCxnSpPr>
            <a:cxnSpLocks/>
          </p:cNvCxnSpPr>
          <p:nvPr/>
        </p:nvCxnSpPr>
        <p:spPr>
          <a:xfrm>
            <a:off x="4351128" y="6532618"/>
            <a:ext cx="369308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D4F275B-2CE9-CD3C-081E-0B79C125257E}"/>
              </a:ext>
            </a:extLst>
          </p:cNvPr>
          <p:cNvCxnSpPr>
            <a:cxnSpLocks/>
          </p:cNvCxnSpPr>
          <p:nvPr/>
        </p:nvCxnSpPr>
        <p:spPr>
          <a:xfrm>
            <a:off x="8467344" y="6527001"/>
            <a:ext cx="3724656" cy="56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7231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tx2"/>
        </a:solidFill>
        <a:effectLst/>
      </p:bgPr>
    </p:bg>
    <p:spTree>
      <p:nvGrpSpPr>
        <p:cNvPr id="1" name=""/>
        <p:cNvGrpSpPr/>
        <p:nvPr/>
      </p:nvGrpSpPr>
      <p:grpSpPr>
        <a:xfrm>
          <a:off x="0" y="0"/>
          <a:ext cx="0" cy="0"/>
          <a:chOff x="0" y="0"/>
          <a:chExt cx="0" cy="0"/>
        </a:xfrm>
      </p:grpSpPr>
      <p:sp>
        <p:nvSpPr>
          <p:cNvPr id="8" name="Google Shape;327;p33">
            <a:extLst>
              <a:ext uri="{FF2B5EF4-FFF2-40B4-BE49-F238E27FC236}">
                <a16:creationId xmlns:a16="http://schemas.microsoft.com/office/drawing/2014/main" id="{E09AA4F6-9CBF-53A8-8FE8-0BAB0E7DC989}"/>
              </a:ext>
            </a:extLst>
          </p:cNvPr>
          <p:cNvSpPr/>
          <p:nvPr userDrawn="1"/>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Google Shape;328;p33">
            <a:extLst>
              <a:ext uri="{FF2B5EF4-FFF2-40B4-BE49-F238E27FC236}">
                <a16:creationId xmlns:a16="http://schemas.microsoft.com/office/drawing/2014/main" id="{CBE4E0BD-29C0-46EA-4A2D-401DD12AEC12}"/>
              </a:ext>
            </a:extLst>
          </p:cNvPr>
          <p:cNvSpPr/>
          <p:nvPr userDrawn="1"/>
        </p:nvSpPr>
        <p:spPr>
          <a:xfrm>
            <a:off x="858371" y="800100"/>
            <a:ext cx="10221119" cy="4953001"/>
          </a:xfrm>
          <a:prstGeom prst="rect">
            <a:avLst/>
          </a:prstGeom>
          <a:solidFill>
            <a:schemeClr val="accent5"/>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D27EDEC9-86BE-FDB1-3BAE-F5FF0934CA0A}"/>
              </a:ext>
            </a:extLst>
          </p:cNvPr>
          <p:cNvSpPr>
            <a:spLocks noGrp="1"/>
          </p:cNvSpPr>
          <p:nvPr>
            <p:ph type="ctrTitle"/>
          </p:nvPr>
        </p:nvSpPr>
        <p:spPr>
          <a:xfrm>
            <a:off x="1527048" y="1901952"/>
            <a:ext cx="4873752" cy="1709928"/>
          </a:xfrm>
        </p:spPr>
        <p:txBody>
          <a:bodyPr anchor="t">
            <a:noAutofit/>
          </a:bodyPr>
          <a:lstStyle>
            <a:lvl1pPr marL="0" indent="0" algn="l">
              <a:lnSpc>
                <a:spcPct val="90000"/>
              </a:lnSpc>
              <a:defRPr sz="6000"/>
            </a:lvl1pPr>
          </a:lstStyle>
          <a:p>
            <a:r>
              <a:rPr lang="en-US" noProof="0"/>
              <a:t>Click to edit Master title style</a:t>
            </a:r>
          </a:p>
        </p:txBody>
      </p:sp>
      <p:sp>
        <p:nvSpPr>
          <p:cNvPr id="3" name="Subtitle 2">
            <a:extLst>
              <a:ext uri="{FF2B5EF4-FFF2-40B4-BE49-F238E27FC236}">
                <a16:creationId xmlns:a16="http://schemas.microsoft.com/office/drawing/2014/main" id="{61EF6069-AEE4-3455-508E-4B9EE30F0CB8}"/>
              </a:ext>
            </a:extLst>
          </p:cNvPr>
          <p:cNvSpPr>
            <a:spLocks noGrp="1"/>
          </p:cNvSpPr>
          <p:nvPr>
            <p:ph type="subTitle" idx="1"/>
          </p:nvPr>
        </p:nvSpPr>
        <p:spPr>
          <a:xfrm>
            <a:off x="1527048" y="3108960"/>
            <a:ext cx="3913632" cy="1883664"/>
          </a:xfrm>
        </p:spPr>
        <p:txBody>
          <a:bodyPr>
            <a:noAutofit/>
          </a:bodyPr>
          <a:lstStyle>
            <a:lvl1pPr marL="0" indent="0" algn="l">
              <a:lnSpc>
                <a:spcPct val="100000"/>
              </a:lnSpc>
              <a:spcBef>
                <a:spcPts val="1000"/>
              </a:spcBef>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5" name="Picture Placeholder 13">
            <a:extLst>
              <a:ext uri="{FF2B5EF4-FFF2-40B4-BE49-F238E27FC236}">
                <a16:creationId xmlns:a16="http://schemas.microsoft.com/office/drawing/2014/main" id="{BEF410E3-CEC7-640A-C8FD-08419E6C3300}"/>
              </a:ext>
            </a:extLst>
          </p:cNvPr>
          <p:cNvSpPr>
            <a:spLocks noGrp="1"/>
          </p:cNvSpPr>
          <p:nvPr>
            <p:ph type="pic" sz="quarter" idx="10"/>
          </p:nvPr>
        </p:nvSpPr>
        <p:spPr>
          <a:xfrm>
            <a:off x="6443482" y="812292"/>
            <a:ext cx="4636008" cy="4928616"/>
          </a:xfr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lgn="ctr">
              <a:buNone/>
              <a:defRPr lang="en-US" sz="1800">
                <a:solidFill>
                  <a:schemeClr val="tx1"/>
                </a:solidFill>
              </a:defRPr>
            </a:lvl1pPr>
          </a:lstStyle>
          <a:p>
            <a:pPr marL="0" lvl="0" algn="ctr"/>
            <a:r>
              <a:rPr lang="en-US" noProof="0"/>
              <a:t>Click icon to add picture</a:t>
            </a:r>
          </a:p>
        </p:txBody>
      </p:sp>
    </p:spTree>
    <p:extLst>
      <p:ext uri="{BB962C8B-B14F-4D97-AF65-F5344CB8AC3E}">
        <p14:creationId xmlns:p14="http://schemas.microsoft.com/office/powerpoint/2010/main" val="7023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FABFF-AED1-441E-410D-E91E5B9EA6C0}"/>
              </a:ext>
            </a:extLst>
          </p:cNvPr>
          <p:cNvSpPr>
            <a:spLocks noGrp="1"/>
          </p:cNvSpPr>
          <p:nvPr>
            <p:ph type="title"/>
          </p:nvPr>
        </p:nvSpPr>
        <p:spPr/>
        <p:txBody>
          <a:bodyPr/>
          <a:lstStyle/>
          <a:p>
            <a:r>
              <a:rPr lang="en-US" noProof="0"/>
              <a:t>Click to edit Master title style</a:t>
            </a:r>
          </a:p>
        </p:txBody>
      </p:sp>
      <p:sp>
        <p:nvSpPr>
          <p:cNvPr id="5" name="Slide Number Placeholder 4">
            <a:extLst>
              <a:ext uri="{FF2B5EF4-FFF2-40B4-BE49-F238E27FC236}">
                <a16:creationId xmlns:a16="http://schemas.microsoft.com/office/drawing/2014/main" id="{A21D9EB3-189A-FE0F-8C95-73C3378150D7}"/>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4" name="Footer Placeholder 3">
            <a:extLst>
              <a:ext uri="{FF2B5EF4-FFF2-40B4-BE49-F238E27FC236}">
                <a16:creationId xmlns:a16="http://schemas.microsoft.com/office/drawing/2014/main" id="{7C680446-577A-69FB-646E-AF1DA4134A2C}"/>
              </a:ext>
            </a:extLst>
          </p:cNvPr>
          <p:cNvSpPr>
            <a:spLocks noGrp="1"/>
          </p:cNvSpPr>
          <p:nvPr>
            <p:ph type="ftr" sz="quarter" idx="11"/>
          </p:nvPr>
        </p:nvSpPr>
        <p:spPr/>
        <p:txBody>
          <a:bodyPr/>
          <a:lstStyle/>
          <a:p>
            <a:r>
              <a:rPr lang="en-US" noProof="0"/>
              <a:t>Presentation title</a:t>
            </a:r>
          </a:p>
        </p:txBody>
      </p:sp>
      <p:sp>
        <p:nvSpPr>
          <p:cNvPr id="3" name="Date Placeholder 2">
            <a:extLst>
              <a:ext uri="{FF2B5EF4-FFF2-40B4-BE49-F238E27FC236}">
                <a16:creationId xmlns:a16="http://schemas.microsoft.com/office/drawing/2014/main" id="{330E09C2-379A-DC94-A05D-1A629B3410E2}"/>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41543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4"/>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72A2AC-7ED9-922C-AFA3-C7474D933A2A}"/>
              </a:ext>
            </a:extLst>
          </p:cNvPr>
          <p:cNvSpPr>
            <a:spLocks noGrp="1"/>
          </p:cNvSpPr>
          <p:nvPr>
            <p:ph type="sldNum" sz="quarter" idx="12"/>
          </p:nvPr>
        </p:nvSpPr>
        <p:spPr/>
        <p:txBody>
          <a:bodyPr/>
          <a:lstStyle/>
          <a:p>
            <a:fld id="{8D0AFDD5-844D-364D-8AEC-50CF4D36D55D}" type="slidenum">
              <a:rPr lang="en-US" noProof="0" smtClean="0"/>
              <a:t>‹#›</a:t>
            </a:fld>
            <a:endParaRPr lang="en-US" noProof="0"/>
          </a:p>
        </p:txBody>
      </p:sp>
      <p:sp>
        <p:nvSpPr>
          <p:cNvPr id="3" name="Footer Placeholder 2">
            <a:extLst>
              <a:ext uri="{FF2B5EF4-FFF2-40B4-BE49-F238E27FC236}">
                <a16:creationId xmlns:a16="http://schemas.microsoft.com/office/drawing/2014/main" id="{C0D73C7A-2028-226F-C1ED-1807BD3B92FC}"/>
              </a:ext>
            </a:extLst>
          </p:cNvPr>
          <p:cNvSpPr>
            <a:spLocks noGrp="1"/>
          </p:cNvSpPr>
          <p:nvPr>
            <p:ph type="ftr" sz="quarter" idx="11"/>
          </p:nvPr>
        </p:nvSpPr>
        <p:spPr/>
        <p:txBody>
          <a:bodyPr/>
          <a:lstStyle/>
          <a:p>
            <a:r>
              <a:rPr lang="en-US" noProof="0"/>
              <a:t>Presentation title</a:t>
            </a:r>
          </a:p>
        </p:txBody>
      </p:sp>
      <p:sp>
        <p:nvSpPr>
          <p:cNvPr id="2" name="Date Placeholder 1">
            <a:extLst>
              <a:ext uri="{FF2B5EF4-FFF2-40B4-BE49-F238E27FC236}">
                <a16:creationId xmlns:a16="http://schemas.microsoft.com/office/drawing/2014/main" id="{1925B8F9-3C91-FD08-87E3-6E39B35BCF9F}"/>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9162458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ayout 2">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2F74C26D-17C1-BDA0-19BD-8D0D7B66B8AC}"/>
              </a:ext>
              <a:ext uri="{C183D7F6-B498-43B3-948B-1728B52AA6E4}">
                <adec:decorative xmlns:adec="http://schemas.microsoft.com/office/drawing/2017/decorative" val="1"/>
              </a:ext>
            </a:extLst>
          </p:cNvPr>
          <p:cNvGrpSpPr/>
          <p:nvPr userDrawn="1"/>
        </p:nvGrpSpPr>
        <p:grpSpPr>
          <a:xfrm>
            <a:off x="976547" y="1458965"/>
            <a:ext cx="10278189" cy="5752254"/>
            <a:chOff x="976547" y="1458965"/>
            <a:chExt cx="10278189" cy="5752254"/>
          </a:xfrm>
        </p:grpSpPr>
        <p:grpSp>
          <p:nvGrpSpPr>
            <p:cNvPr id="9" name="Group 8" descr="timeline">
              <a:extLst>
                <a:ext uri="{FF2B5EF4-FFF2-40B4-BE49-F238E27FC236}">
                  <a16:creationId xmlns:a16="http://schemas.microsoft.com/office/drawing/2014/main" id="{951A9006-1AA5-8FDD-7DF7-819B24CF74B4}"/>
                </a:ext>
              </a:extLst>
            </p:cNvPr>
            <p:cNvGrpSpPr/>
            <p:nvPr userDrawn="1"/>
          </p:nvGrpSpPr>
          <p:grpSpPr>
            <a:xfrm>
              <a:off x="976547" y="1458965"/>
              <a:ext cx="10278189" cy="5752254"/>
              <a:chOff x="976547" y="1458965"/>
              <a:chExt cx="10278189" cy="5752254"/>
            </a:xfrm>
          </p:grpSpPr>
          <p:grpSp>
            <p:nvGrpSpPr>
              <p:cNvPr id="10" name="Group 9">
                <a:extLst>
                  <a:ext uri="{FF2B5EF4-FFF2-40B4-BE49-F238E27FC236}">
                    <a16:creationId xmlns:a16="http://schemas.microsoft.com/office/drawing/2014/main" id="{ADD408A8-97F2-7E05-F618-3BB598061DEA}"/>
                  </a:ext>
                </a:extLst>
              </p:cNvPr>
              <p:cNvGrpSpPr/>
              <p:nvPr/>
            </p:nvGrpSpPr>
            <p:grpSpPr>
              <a:xfrm rot="5400000" flipH="1">
                <a:off x="9555848" y="2219844"/>
                <a:ext cx="1624126" cy="1773651"/>
                <a:chOff x="6415077" y="1171530"/>
                <a:chExt cx="1890380" cy="1890380"/>
              </a:xfrm>
            </p:grpSpPr>
            <p:sp>
              <p:nvSpPr>
                <p:cNvPr id="19" name="Arc 18">
                  <a:extLst>
                    <a:ext uri="{FF2B5EF4-FFF2-40B4-BE49-F238E27FC236}">
                      <a16:creationId xmlns:a16="http://schemas.microsoft.com/office/drawing/2014/main" id="{D77258D4-274F-76CE-B5FA-8B62FC13BF3A}"/>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Arc 19">
                  <a:extLst>
                    <a:ext uri="{FF2B5EF4-FFF2-40B4-BE49-F238E27FC236}">
                      <a16:creationId xmlns:a16="http://schemas.microsoft.com/office/drawing/2014/main" id="{ED37F8D3-A985-DE19-B607-FF73FF4E1DA1}"/>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CCA47E25-A2AE-4878-E96E-6F761C04E974}"/>
                  </a:ext>
                </a:extLst>
              </p:cNvPr>
              <p:cNvGrpSpPr/>
              <p:nvPr/>
            </p:nvGrpSpPr>
            <p:grpSpPr>
              <a:xfrm rot="16200000" flipH="1">
                <a:off x="1051310" y="3843465"/>
                <a:ext cx="1624126" cy="1773651"/>
                <a:chOff x="6415077" y="1171530"/>
                <a:chExt cx="1890380" cy="1890380"/>
              </a:xfrm>
            </p:grpSpPr>
            <p:sp>
              <p:nvSpPr>
                <p:cNvPr id="17" name="Arc 16">
                  <a:extLst>
                    <a:ext uri="{FF2B5EF4-FFF2-40B4-BE49-F238E27FC236}">
                      <a16:creationId xmlns:a16="http://schemas.microsoft.com/office/drawing/2014/main" id="{DFA60F46-4355-4061-61A1-068B43E6F976}"/>
                    </a:ext>
                  </a:extLst>
                </p:cNvPr>
                <p:cNvSpPr/>
                <p:nvPr/>
              </p:nvSpPr>
              <p:spPr>
                <a:xfrm>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Arc 17">
                  <a:extLst>
                    <a:ext uri="{FF2B5EF4-FFF2-40B4-BE49-F238E27FC236}">
                      <a16:creationId xmlns:a16="http://schemas.microsoft.com/office/drawing/2014/main" id="{A177BC1C-BB13-ECE7-6D9E-DB1A363D6E85}"/>
                    </a:ext>
                  </a:extLst>
                </p:cNvPr>
                <p:cNvSpPr/>
                <p:nvPr/>
              </p:nvSpPr>
              <p:spPr>
                <a:xfrm flipH="1">
                  <a:off x="6415077" y="1171530"/>
                  <a:ext cx="1890380" cy="1890380"/>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12" name="Arc 6">
                <a:extLst>
                  <a:ext uri="{FF2B5EF4-FFF2-40B4-BE49-F238E27FC236}">
                    <a16:creationId xmlns:a16="http://schemas.microsoft.com/office/drawing/2014/main" id="{8EAF3EDC-C75F-ACC6-C4FB-703F6A573A10}"/>
                  </a:ext>
                </a:extLst>
              </p:cNvPr>
              <p:cNvSpPr/>
              <p:nvPr/>
            </p:nvSpPr>
            <p:spPr>
              <a:xfrm rot="16200000" flipH="1">
                <a:off x="1705996" y="1478703"/>
                <a:ext cx="834433" cy="794957"/>
              </a:xfrm>
              <a:custGeom>
                <a:avLst/>
                <a:gdLst>
                  <a:gd name="connsiteX0" fmla="*/ 834432 w 1668865"/>
                  <a:gd name="connsiteY0" fmla="*/ 0 h 1589914"/>
                  <a:gd name="connsiteX1" fmla="*/ 1668865 w 1668865"/>
                  <a:gd name="connsiteY1" fmla="*/ 794957 h 1589914"/>
                  <a:gd name="connsiteX2" fmla="*/ 834433 w 1668865"/>
                  <a:gd name="connsiteY2" fmla="*/ 794957 h 1589914"/>
                  <a:gd name="connsiteX3" fmla="*/ 834432 w 1668865"/>
                  <a:gd name="connsiteY3" fmla="*/ 0 h 1589914"/>
                  <a:gd name="connsiteX0" fmla="*/ 834432 w 1668865"/>
                  <a:gd name="connsiteY0" fmla="*/ 0 h 1589914"/>
                  <a:gd name="connsiteX1" fmla="*/ 1668865 w 1668865"/>
                  <a:gd name="connsiteY1" fmla="*/ 794957 h 1589914"/>
                  <a:gd name="connsiteX0" fmla="*/ 0 w 834433"/>
                  <a:gd name="connsiteY0" fmla="*/ 0 h 794957"/>
                  <a:gd name="connsiteX1" fmla="*/ 834433 w 834433"/>
                  <a:gd name="connsiteY1" fmla="*/ 794957 h 794957"/>
                  <a:gd name="connsiteX2" fmla="*/ 1 w 834433"/>
                  <a:gd name="connsiteY2" fmla="*/ 794957 h 794957"/>
                  <a:gd name="connsiteX3" fmla="*/ 0 w 834433"/>
                  <a:gd name="connsiteY3" fmla="*/ 0 h 794957"/>
                  <a:gd name="connsiteX0" fmla="*/ 64295 w 834433"/>
                  <a:gd name="connsiteY0" fmla="*/ 0 h 794957"/>
                  <a:gd name="connsiteX1" fmla="*/ 834433 w 834433"/>
                  <a:gd name="connsiteY1" fmla="*/ 794957 h 794957"/>
                </a:gdLst>
                <a:ahLst/>
                <a:cxnLst>
                  <a:cxn ang="0">
                    <a:pos x="connsiteX0" y="connsiteY0"/>
                  </a:cxn>
                  <a:cxn ang="0">
                    <a:pos x="connsiteX1" y="connsiteY1"/>
                  </a:cxn>
                </a:cxnLst>
                <a:rect l="l" t="t" r="r" b="b"/>
                <a:pathLst>
                  <a:path w="834433" h="794957" stroke="0" extrusionOk="0">
                    <a:moveTo>
                      <a:pt x="0" y="0"/>
                    </a:moveTo>
                    <a:cubicBezTo>
                      <a:pt x="460845" y="0"/>
                      <a:pt x="834433" y="355914"/>
                      <a:pt x="834433" y="794957"/>
                    </a:cubicBezTo>
                    <a:lnTo>
                      <a:pt x="1" y="794957"/>
                    </a:lnTo>
                    <a:cubicBezTo>
                      <a:pt x="1" y="529971"/>
                      <a:pt x="0" y="264986"/>
                      <a:pt x="0" y="0"/>
                    </a:cubicBezTo>
                    <a:close/>
                  </a:path>
                  <a:path w="834433" h="794957" fill="none">
                    <a:moveTo>
                      <a:pt x="64295" y="0"/>
                    </a:moveTo>
                    <a:cubicBezTo>
                      <a:pt x="525140" y="0"/>
                      <a:pt x="834433" y="355914"/>
                      <a:pt x="834433" y="794957"/>
                    </a:cubicBezTo>
                  </a:path>
                </a:pathLst>
              </a:cu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3" name="Arc 12">
                <a:extLst>
                  <a:ext uri="{FF2B5EF4-FFF2-40B4-BE49-F238E27FC236}">
                    <a16:creationId xmlns:a16="http://schemas.microsoft.com/office/drawing/2014/main" id="{B90160A2-070D-AACD-0074-4999FFF4D544}"/>
                  </a:ext>
                </a:extLst>
              </p:cNvPr>
              <p:cNvSpPr/>
              <p:nvPr/>
            </p:nvSpPr>
            <p:spPr>
              <a:xfrm rot="5400000" flipH="1">
                <a:off x="5908738" y="5581830"/>
                <a:ext cx="1668865" cy="1589914"/>
              </a:xfrm>
              <a:prstGeom prst="arc">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ABCB79CD-8D80-B3F8-BE1C-E874A86968E9}"/>
                  </a:ext>
                </a:extLst>
              </p:cNvPr>
              <p:cNvCxnSpPr>
                <a:cxnSpLocks/>
              </p:cNvCxnSpPr>
              <p:nvPr/>
            </p:nvCxnSpPr>
            <p:spPr>
              <a:xfrm flipH="1">
                <a:off x="2489536" y="2293398"/>
                <a:ext cx="789596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215B517-FF7C-6AAF-C73A-64C1E3D882C4}"/>
                  </a:ext>
                </a:extLst>
              </p:cNvPr>
              <p:cNvCxnSpPr>
                <a:cxnSpLocks/>
              </p:cNvCxnSpPr>
              <p:nvPr/>
            </p:nvCxnSpPr>
            <p:spPr>
              <a:xfrm flipH="1">
                <a:off x="1849703" y="3918227"/>
                <a:ext cx="853579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46ECD0F-5724-6B4D-C64B-ED19DB331BF9}"/>
                  </a:ext>
                </a:extLst>
              </p:cNvPr>
              <p:cNvCxnSpPr>
                <a:cxnSpLocks/>
                <a:stCxn id="13" idx="2"/>
              </p:cNvCxnSpPr>
              <p:nvPr/>
            </p:nvCxnSpPr>
            <p:spPr>
              <a:xfrm flipH="1" flipV="1">
                <a:off x="1849705" y="5542113"/>
                <a:ext cx="4893466" cy="2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Oval 20" descr="timeline markers">
              <a:extLst>
                <a:ext uri="{FF2B5EF4-FFF2-40B4-BE49-F238E27FC236}">
                  <a16:creationId xmlns:a16="http://schemas.microsoft.com/office/drawing/2014/main" id="{CF064689-14DA-175E-3ABE-2D82B0BBFD72}"/>
                </a:ext>
              </a:extLst>
            </p:cNvPr>
            <p:cNvSpPr/>
            <p:nvPr userDrawn="1"/>
          </p:nvSpPr>
          <p:spPr>
            <a:xfrm>
              <a:off x="1656253" y="1528909"/>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2" name="Oval 21" descr="timeline markers">
              <a:extLst>
                <a:ext uri="{FF2B5EF4-FFF2-40B4-BE49-F238E27FC236}">
                  <a16:creationId xmlns:a16="http://schemas.microsoft.com/office/drawing/2014/main" id="{880D28FE-F3D4-412B-6061-26504D1866FF}"/>
                </a:ext>
              </a:extLst>
            </p:cNvPr>
            <p:cNvSpPr/>
            <p:nvPr userDrawn="1"/>
          </p:nvSpPr>
          <p:spPr>
            <a:xfrm>
              <a:off x="7453646" y="6285904"/>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3" name="Oval 22" descr="timeline markers">
              <a:extLst>
                <a:ext uri="{FF2B5EF4-FFF2-40B4-BE49-F238E27FC236}">
                  <a16:creationId xmlns:a16="http://schemas.microsoft.com/office/drawing/2014/main" id="{F27EC31D-ECF7-2506-30B4-722935FA9D3D}"/>
                </a:ext>
              </a:extLst>
            </p:cNvPr>
            <p:cNvSpPr/>
            <p:nvPr userDrawn="1"/>
          </p:nvSpPr>
          <p:spPr>
            <a:xfrm>
              <a:off x="9081504" y="2210200"/>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4" name="Oval 23" descr="timeline markers">
              <a:extLst>
                <a:ext uri="{FF2B5EF4-FFF2-40B4-BE49-F238E27FC236}">
                  <a16:creationId xmlns:a16="http://schemas.microsoft.com/office/drawing/2014/main" id="{13B9CBFF-A217-66BA-8175-67EA0304CEC7}"/>
                </a:ext>
              </a:extLst>
            </p:cNvPr>
            <p:cNvSpPr/>
            <p:nvPr userDrawn="1"/>
          </p:nvSpPr>
          <p:spPr>
            <a:xfrm>
              <a:off x="4499321" y="2210200"/>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5" name="Oval 24" descr="timeline markers">
              <a:extLst>
                <a:ext uri="{FF2B5EF4-FFF2-40B4-BE49-F238E27FC236}">
                  <a16:creationId xmlns:a16="http://schemas.microsoft.com/office/drawing/2014/main" id="{F5F5709F-F6ED-0A7B-9226-0276EEE9CBFF}"/>
                </a:ext>
              </a:extLst>
            </p:cNvPr>
            <p:cNvSpPr/>
            <p:nvPr userDrawn="1"/>
          </p:nvSpPr>
          <p:spPr>
            <a:xfrm>
              <a:off x="2665717" y="38358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26" name="Oval 25" descr="timeline markers">
              <a:extLst>
                <a:ext uri="{FF2B5EF4-FFF2-40B4-BE49-F238E27FC236}">
                  <a16:creationId xmlns:a16="http://schemas.microsoft.com/office/drawing/2014/main" id="{B60EC174-B1E8-C2FA-5D98-5E9DAD40CAE5}"/>
                </a:ext>
              </a:extLst>
            </p:cNvPr>
            <p:cNvSpPr/>
            <p:nvPr userDrawn="1"/>
          </p:nvSpPr>
          <p:spPr>
            <a:xfrm>
              <a:off x="6884455" y="3835862"/>
              <a:ext cx="168964" cy="168964"/>
            </a:xfrm>
            <a:prstGeom prst="ellipse">
              <a:avLst/>
            </a:prstGeom>
            <a:solidFill>
              <a:schemeClr val="bg1"/>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grpSp>
      <p:sp>
        <p:nvSpPr>
          <p:cNvPr id="3" name="Oval 2">
            <a:extLst>
              <a:ext uri="{FF2B5EF4-FFF2-40B4-BE49-F238E27FC236}">
                <a16:creationId xmlns:a16="http://schemas.microsoft.com/office/drawing/2014/main" id="{6463361D-C127-5239-4B87-61B909E83EC0}"/>
              </a:ext>
              <a:ext uri="{C183D7F6-B498-43B3-948B-1728B52AA6E4}">
                <adec:decorative xmlns:adec="http://schemas.microsoft.com/office/drawing/2017/decorative" val="1"/>
              </a:ext>
            </a:extLst>
          </p:cNvPr>
          <p:cNvSpPr/>
          <p:nvPr userDrawn="1"/>
        </p:nvSpPr>
        <p:spPr>
          <a:xfrm>
            <a:off x="1275689" y="4286687"/>
            <a:ext cx="840963" cy="840963"/>
          </a:xfrm>
          <a:prstGeom prst="ellipse">
            <a:avLst/>
          </a:prstGeom>
          <a:solidFill>
            <a:schemeClr val="accent3">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7302EBE6-0B04-CB66-1896-3630EF8D4D12}"/>
              </a:ext>
              <a:ext uri="{C183D7F6-B498-43B3-948B-1728B52AA6E4}">
                <adec:decorative xmlns:adec="http://schemas.microsoft.com/office/drawing/2017/decorative" val="1"/>
              </a:ext>
            </a:extLst>
          </p:cNvPr>
          <p:cNvSpPr/>
          <p:nvPr userDrawn="1"/>
        </p:nvSpPr>
        <p:spPr>
          <a:xfrm>
            <a:off x="7760044" y="5740518"/>
            <a:ext cx="840963" cy="840963"/>
          </a:xfrm>
          <a:prstGeom prst="ellips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0C60DF9E-71C1-E217-E470-BACAC335E400}"/>
              </a:ext>
              <a:ext uri="{C183D7F6-B498-43B3-948B-1728B52AA6E4}">
                <adec:decorative xmlns:adec="http://schemas.microsoft.com/office/drawing/2017/decorative" val="1"/>
              </a:ext>
            </a:extLst>
          </p:cNvPr>
          <p:cNvSpPr/>
          <p:nvPr userDrawn="1"/>
        </p:nvSpPr>
        <p:spPr>
          <a:xfrm>
            <a:off x="3071764" y="2566758"/>
            <a:ext cx="840963" cy="840963"/>
          </a:xfrm>
          <a:prstGeom prst="ellipse">
            <a:avLst/>
          </a:prstGeom>
          <a:solidFill>
            <a:schemeClr val="accent4">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BF747FB-CC5F-D4CA-81E8-7A61F5358C61}"/>
              </a:ext>
              <a:ext uri="{C183D7F6-B498-43B3-948B-1728B52AA6E4}">
                <adec:decorative xmlns:adec="http://schemas.microsoft.com/office/drawing/2017/decorative" val="1"/>
              </a:ext>
            </a:extLst>
          </p:cNvPr>
          <p:cNvSpPr/>
          <p:nvPr userDrawn="1"/>
        </p:nvSpPr>
        <p:spPr>
          <a:xfrm>
            <a:off x="7760044" y="2566757"/>
            <a:ext cx="840963" cy="840963"/>
          </a:xfrm>
          <a:prstGeom prst="ellipse">
            <a:avLst/>
          </a:prstGeom>
          <a:solidFill>
            <a:schemeClr val="accent6">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D9A95E84-9374-9712-4B91-31F479E6C74D}"/>
              </a:ext>
              <a:ext uri="{C183D7F6-B498-43B3-948B-1728B52AA6E4}">
                <adec:decorative xmlns:adec="http://schemas.microsoft.com/office/drawing/2017/decorative" val="1"/>
              </a:ext>
            </a:extLst>
          </p:cNvPr>
          <p:cNvSpPr/>
          <p:nvPr userDrawn="1"/>
        </p:nvSpPr>
        <p:spPr>
          <a:xfrm>
            <a:off x="5590723" y="4286688"/>
            <a:ext cx="840963" cy="840963"/>
          </a:xfrm>
          <a:prstGeom prst="ellipse">
            <a:avLst/>
          </a:prstGeom>
          <a:solidFill>
            <a:schemeClr val="accent1">
              <a:lumMod val="20000"/>
              <a:lumOff val="8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BEBBB4CD-0B4A-786E-963D-6BB36B9E76B5}"/>
              </a:ext>
              <a:ext uri="{C183D7F6-B498-43B3-948B-1728B52AA6E4}">
                <adec:decorative xmlns:adec="http://schemas.microsoft.com/office/drawing/2017/decorative" val="1"/>
              </a:ext>
            </a:extLst>
          </p:cNvPr>
          <p:cNvSpPr/>
          <p:nvPr userDrawn="1"/>
        </p:nvSpPr>
        <p:spPr>
          <a:xfrm>
            <a:off x="1197141" y="547522"/>
            <a:ext cx="840963" cy="840963"/>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91D5DA0-8F16-4F11-8B6E-A593133FA159}"/>
              </a:ext>
            </a:extLst>
          </p:cNvPr>
          <p:cNvSpPr>
            <a:spLocks noGrp="1"/>
          </p:cNvSpPr>
          <p:nvPr>
            <p:ph type="title" hasCustomPrompt="1"/>
          </p:nvPr>
        </p:nvSpPr>
        <p:spPr>
          <a:xfrm>
            <a:off x="4916488" y="457199"/>
            <a:ext cx="6932612" cy="1465723"/>
          </a:xfrm>
        </p:spPr>
        <p:txBody>
          <a:bodyPr/>
          <a:lstStyle>
            <a:lvl1pPr algn="r">
              <a:defRPr/>
            </a:lvl1pPr>
          </a:lstStyle>
          <a:p>
            <a:r>
              <a:rPr lang="en-US" dirty="0"/>
              <a:t>Click to add title</a:t>
            </a:r>
          </a:p>
        </p:txBody>
      </p:sp>
      <p:sp>
        <p:nvSpPr>
          <p:cNvPr id="40" name="Picture Placeholder 34">
            <a:extLst>
              <a:ext uri="{FF2B5EF4-FFF2-40B4-BE49-F238E27FC236}">
                <a16:creationId xmlns:a16="http://schemas.microsoft.com/office/drawing/2014/main" id="{EA10837A-18D5-41DD-A066-A079A09D86A7}"/>
              </a:ext>
            </a:extLst>
          </p:cNvPr>
          <p:cNvSpPr>
            <a:spLocks noGrp="1"/>
          </p:cNvSpPr>
          <p:nvPr>
            <p:ph type="pic" sz="quarter" idx="24"/>
          </p:nvPr>
        </p:nvSpPr>
        <p:spPr>
          <a:xfrm>
            <a:off x="1420935" y="466999"/>
            <a:ext cx="887413" cy="889000"/>
          </a:xfrm>
        </p:spPr>
        <p:txBody>
          <a:bodyPr>
            <a:normAutofit/>
          </a:bodyPr>
          <a:lstStyle>
            <a:lvl1pPr marL="0" indent="0" algn="ctr">
              <a:buNone/>
              <a:defRPr sz="900"/>
            </a:lvl1pPr>
          </a:lstStyle>
          <a:p>
            <a:r>
              <a:rPr lang="en-US"/>
              <a:t>Click icon to add picture</a:t>
            </a:r>
            <a:endParaRPr lang="en-US" dirty="0"/>
          </a:p>
        </p:txBody>
      </p:sp>
      <p:sp>
        <p:nvSpPr>
          <p:cNvPr id="42" name="Text Placeholder 46">
            <a:extLst>
              <a:ext uri="{FF2B5EF4-FFF2-40B4-BE49-F238E27FC236}">
                <a16:creationId xmlns:a16="http://schemas.microsoft.com/office/drawing/2014/main" id="{DF68D5C6-4D23-4113-9FFA-AFAAB5A6DA01}"/>
              </a:ext>
            </a:extLst>
          </p:cNvPr>
          <p:cNvSpPr>
            <a:spLocks noGrp="1"/>
          </p:cNvSpPr>
          <p:nvPr>
            <p:ph type="body" sz="quarter" idx="39" hasCustomPrompt="1"/>
          </p:nvPr>
        </p:nvSpPr>
        <p:spPr>
          <a:xfrm>
            <a:off x="2408126" y="52731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1" name="Text Placeholder 39">
            <a:extLst>
              <a:ext uri="{FF2B5EF4-FFF2-40B4-BE49-F238E27FC236}">
                <a16:creationId xmlns:a16="http://schemas.microsoft.com/office/drawing/2014/main" id="{FD8132DE-D62C-4410-983C-9F458DCEF6DE}"/>
              </a:ext>
            </a:extLst>
          </p:cNvPr>
          <p:cNvSpPr>
            <a:spLocks noGrp="1"/>
          </p:cNvSpPr>
          <p:nvPr>
            <p:ph type="body" sz="quarter" idx="38" hasCustomPrompt="1"/>
          </p:nvPr>
        </p:nvSpPr>
        <p:spPr>
          <a:xfrm>
            <a:off x="2408126" y="93025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48" name="Picture Placeholder 34">
            <a:extLst>
              <a:ext uri="{FF2B5EF4-FFF2-40B4-BE49-F238E27FC236}">
                <a16:creationId xmlns:a16="http://schemas.microsoft.com/office/drawing/2014/main" id="{2B75D755-4972-4E8B-ACD5-FAE778A86273}"/>
              </a:ext>
            </a:extLst>
          </p:cNvPr>
          <p:cNvSpPr>
            <a:spLocks noGrp="1"/>
          </p:cNvSpPr>
          <p:nvPr>
            <p:ph type="pic" sz="quarter" idx="40"/>
          </p:nvPr>
        </p:nvSpPr>
        <p:spPr>
          <a:xfrm>
            <a:off x="3458965" y="2484454"/>
            <a:ext cx="887413" cy="889000"/>
          </a:xfrm>
        </p:spPr>
        <p:txBody>
          <a:bodyPr>
            <a:normAutofit/>
          </a:bodyPr>
          <a:lstStyle>
            <a:lvl1pPr marL="0" indent="0" algn="ctr">
              <a:buNone/>
              <a:defRPr sz="900"/>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id="{91051322-19B5-41CA-BEAB-A8F1B8CA54ED}"/>
              </a:ext>
            </a:extLst>
          </p:cNvPr>
          <p:cNvSpPr>
            <a:spLocks noGrp="1"/>
          </p:cNvSpPr>
          <p:nvPr>
            <p:ph type="body" sz="quarter" idx="42" hasCustomPrompt="1"/>
          </p:nvPr>
        </p:nvSpPr>
        <p:spPr>
          <a:xfrm>
            <a:off x="4446156"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9" name="Text Placeholder 39">
            <a:extLst>
              <a:ext uri="{FF2B5EF4-FFF2-40B4-BE49-F238E27FC236}">
                <a16:creationId xmlns:a16="http://schemas.microsoft.com/office/drawing/2014/main" id="{0EEE7EDE-175B-450F-B4D2-50D992E53C5E}"/>
              </a:ext>
            </a:extLst>
          </p:cNvPr>
          <p:cNvSpPr>
            <a:spLocks noGrp="1"/>
          </p:cNvSpPr>
          <p:nvPr>
            <p:ph type="body" sz="quarter" idx="41" hasCustomPrompt="1"/>
          </p:nvPr>
        </p:nvSpPr>
        <p:spPr>
          <a:xfrm>
            <a:off x="4446156"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51" name="Picture Placeholder 34">
            <a:extLst>
              <a:ext uri="{FF2B5EF4-FFF2-40B4-BE49-F238E27FC236}">
                <a16:creationId xmlns:a16="http://schemas.microsoft.com/office/drawing/2014/main" id="{966FF594-D5D5-4FD4-A245-AAF0D053095E}"/>
              </a:ext>
            </a:extLst>
          </p:cNvPr>
          <p:cNvSpPr>
            <a:spLocks noGrp="1"/>
          </p:cNvSpPr>
          <p:nvPr>
            <p:ph type="pic" sz="quarter" idx="43"/>
          </p:nvPr>
        </p:nvSpPr>
        <p:spPr>
          <a:xfrm>
            <a:off x="8030968" y="2484454"/>
            <a:ext cx="887413" cy="889000"/>
          </a:xfrm>
        </p:spPr>
        <p:txBody>
          <a:bodyPr>
            <a:normAutofit/>
          </a:bodyPr>
          <a:lstStyle>
            <a:lvl1pPr marL="0" indent="0" algn="ctr">
              <a:buNone/>
              <a:defRPr sz="900"/>
            </a:lvl1pPr>
          </a:lstStyle>
          <a:p>
            <a:r>
              <a:rPr lang="en-US"/>
              <a:t>Click icon to add picture</a:t>
            </a:r>
            <a:endParaRPr lang="en-US" dirty="0"/>
          </a:p>
        </p:txBody>
      </p:sp>
      <p:sp>
        <p:nvSpPr>
          <p:cNvPr id="56" name="Text Placeholder 46">
            <a:extLst>
              <a:ext uri="{FF2B5EF4-FFF2-40B4-BE49-F238E27FC236}">
                <a16:creationId xmlns:a16="http://schemas.microsoft.com/office/drawing/2014/main" id="{D8A4734F-8867-4923-806F-AE04360B226B}"/>
              </a:ext>
            </a:extLst>
          </p:cNvPr>
          <p:cNvSpPr>
            <a:spLocks noGrp="1"/>
          </p:cNvSpPr>
          <p:nvPr>
            <p:ph type="body" sz="quarter" idx="45" hasCustomPrompt="1"/>
          </p:nvPr>
        </p:nvSpPr>
        <p:spPr>
          <a:xfrm>
            <a:off x="9018159" y="254476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55" name="Text Placeholder 39">
            <a:extLst>
              <a:ext uri="{FF2B5EF4-FFF2-40B4-BE49-F238E27FC236}">
                <a16:creationId xmlns:a16="http://schemas.microsoft.com/office/drawing/2014/main" id="{3A5DD9C2-78E8-4416-B2C1-F07A9E25832F}"/>
              </a:ext>
            </a:extLst>
          </p:cNvPr>
          <p:cNvSpPr>
            <a:spLocks noGrp="1"/>
          </p:cNvSpPr>
          <p:nvPr>
            <p:ph type="body" sz="quarter" idx="44" hasCustomPrompt="1"/>
          </p:nvPr>
        </p:nvSpPr>
        <p:spPr>
          <a:xfrm>
            <a:off x="9018159" y="294771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57" name="Picture Placeholder 34">
            <a:extLst>
              <a:ext uri="{FF2B5EF4-FFF2-40B4-BE49-F238E27FC236}">
                <a16:creationId xmlns:a16="http://schemas.microsoft.com/office/drawing/2014/main" id="{B03F66BE-0084-45A8-85FC-1448DEA89D7E}"/>
              </a:ext>
            </a:extLst>
          </p:cNvPr>
          <p:cNvSpPr>
            <a:spLocks noGrp="1"/>
          </p:cNvSpPr>
          <p:nvPr>
            <p:ph type="pic" sz="quarter" idx="46"/>
          </p:nvPr>
        </p:nvSpPr>
        <p:spPr>
          <a:xfrm>
            <a:off x="1586860" y="4201784"/>
            <a:ext cx="887413" cy="889000"/>
          </a:xfrm>
        </p:spPr>
        <p:txBody>
          <a:bodyPr>
            <a:normAutofit/>
          </a:bodyPr>
          <a:lstStyle>
            <a:lvl1pPr marL="0" indent="0" algn="ctr">
              <a:buNone/>
              <a:defRPr sz="900"/>
            </a:lvl1pPr>
          </a:lstStyle>
          <a:p>
            <a:r>
              <a:rPr lang="en-US"/>
              <a:t>Click icon to add picture</a:t>
            </a:r>
            <a:endParaRPr lang="en-US" dirty="0"/>
          </a:p>
        </p:txBody>
      </p:sp>
      <p:sp>
        <p:nvSpPr>
          <p:cNvPr id="61" name="Text Placeholder 46">
            <a:extLst>
              <a:ext uri="{FF2B5EF4-FFF2-40B4-BE49-F238E27FC236}">
                <a16:creationId xmlns:a16="http://schemas.microsoft.com/office/drawing/2014/main" id="{DD5495C5-2CD2-4593-BC1F-CF0E7D3601E3}"/>
              </a:ext>
            </a:extLst>
          </p:cNvPr>
          <p:cNvSpPr>
            <a:spLocks noGrp="1"/>
          </p:cNvSpPr>
          <p:nvPr>
            <p:ph type="body" sz="quarter" idx="48" hasCustomPrompt="1"/>
          </p:nvPr>
        </p:nvSpPr>
        <p:spPr>
          <a:xfrm>
            <a:off x="2574051"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58" name="Text Placeholder 39">
            <a:extLst>
              <a:ext uri="{FF2B5EF4-FFF2-40B4-BE49-F238E27FC236}">
                <a16:creationId xmlns:a16="http://schemas.microsoft.com/office/drawing/2014/main" id="{3F9DA6EE-3DE6-4493-AD6B-BEC7EE858CED}"/>
              </a:ext>
            </a:extLst>
          </p:cNvPr>
          <p:cNvSpPr>
            <a:spLocks noGrp="1"/>
          </p:cNvSpPr>
          <p:nvPr>
            <p:ph type="body" sz="quarter" idx="47" hasCustomPrompt="1"/>
          </p:nvPr>
        </p:nvSpPr>
        <p:spPr>
          <a:xfrm>
            <a:off x="2574051"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62" name="Picture Placeholder 34">
            <a:extLst>
              <a:ext uri="{FF2B5EF4-FFF2-40B4-BE49-F238E27FC236}">
                <a16:creationId xmlns:a16="http://schemas.microsoft.com/office/drawing/2014/main" id="{D2B54852-DC63-410D-BE2A-4D723492843F}"/>
              </a:ext>
            </a:extLst>
          </p:cNvPr>
          <p:cNvSpPr>
            <a:spLocks noGrp="1"/>
          </p:cNvSpPr>
          <p:nvPr>
            <p:ph type="pic" sz="quarter" idx="49"/>
          </p:nvPr>
        </p:nvSpPr>
        <p:spPr>
          <a:xfrm>
            <a:off x="5818607" y="4201784"/>
            <a:ext cx="887413" cy="889000"/>
          </a:xfrm>
        </p:spPr>
        <p:txBody>
          <a:bodyPr>
            <a:normAutofit/>
          </a:bodyPr>
          <a:lstStyle>
            <a:lvl1pPr marL="0" indent="0" algn="ctr">
              <a:buNone/>
              <a:defRPr sz="900"/>
            </a:lvl1pPr>
          </a:lstStyle>
          <a:p>
            <a:r>
              <a:rPr lang="en-US"/>
              <a:t>Click icon to add picture</a:t>
            </a:r>
            <a:endParaRPr lang="en-US" dirty="0"/>
          </a:p>
        </p:txBody>
      </p:sp>
      <p:sp>
        <p:nvSpPr>
          <p:cNvPr id="64" name="Text Placeholder 46">
            <a:extLst>
              <a:ext uri="{FF2B5EF4-FFF2-40B4-BE49-F238E27FC236}">
                <a16:creationId xmlns:a16="http://schemas.microsoft.com/office/drawing/2014/main" id="{FCE91BB7-DB4C-4F95-ADC1-2757AA689645}"/>
              </a:ext>
            </a:extLst>
          </p:cNvPr>
          <p:cNvSpPr>
            <a:spLocks noGrp="1"/>
          </p:cNvSpPr>
          <p:nvPr>
            <p:ph type="body" sz="quarter" idx="51" hasCustomPrompt="1"/>
          </p:nvPr>
        </p:nvSpPr>
        <p:spPr>
          <a:xfrm>
            <a:off x="6805798" y="4262099"/>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63" name="Text Placeholder 39">
            <a:extLst>
              <a:ext uri="{FF2B5EF4-FFF2-40B4-BE49-F238E27FC236}">
                <a16:creationId xmlns:a16="http://schemas.microsoft.com/office/drawing/2014/main" id="{13567973-FE07-4747-9500-D565A3EF2869}"/>
              </a:ext>
            </a:extLst>
          </p:cNvPr>
          <p:cNvSpPr>
            <a:spLocks noGrp="1"/>
          </p:cNvSpPr>
          <p:nvPr>
            <p:ph type="body" sz="quarter" idx="50" hasCustomPrompt="1"/>
          </p:nvPr>
        </p:nvSpPr>
        <p:spPr>
          <a:xfrm>
            <a:off x="6805798" y="4665042"/>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65" name="Picture Placeholder 34">
            <a:extLst>
              <a:ext uri="{FF2B5EF4-FFF2-40B4-BE49-F238E27FC236}">
                <a16:creationId xmlns:a16="http://schemas.microsoft.com/office/drawing/2014/main" id="{7082A562-BADD-429E-BB11-8A40EE253FC4}"/>
              </a:ext>
            </a:extLst>
          </p:cNvPr>
          <p:cNvSpPr>
            <a:spLocks noGrp="1"/>
          </p:cNvSpPr>
          <p:nvPr>
            <p:ph type="pic" sz="quarter" idx="52"/>
          </p:nvPr>
        </p:nvSpPr>
        <p:spPr>
          <a:xfrm>
            <a:off x="8027987" y="5637179"/>
            <a:ext cx="887413" cy="889000"/>
          </a:xfrm>
        </p:spPr>
        <p:txBody>
          <a:bodyPr>
            <a:normAutofit/>
          </a:bodyPr>
          <a:lstStyle>
            <a:lvl1pPr marL="0" indent="0" algn="ctr">
              <a:buNone/>
              <a:defRPr sz="900"/>
            </a:lvl1pPr>
          </a:lstStyle>
          <a:p>
            <a:r>
              <a:rPr lang="en-US"/>
              <a:t>Click icon to add picture</a:t>
            </a:r>
            <a:endParaRPr lang="en-US" dirty="0"/>
          </a:p>
        </p:txBody>
      </p:sp>
      <p:sp>
        <p:nvSpPr>
          <p:cNvPr id="67" name="Text Placeholder 46">
            <a:extLst>
              <a:ext uri="{FF2B5EF4-FFF2-40B4-BE49-F238E27FC236}">
                <a16:creationId xmlns:a16="http://schemas.microsoft.com/office/drawing/2014/main" id="{67C61256-88BA-4ADF-A3CB-77D1B459CAE6}"/>
              </a:ext>
            </a:extLst>
          </p:cNvPr>
          <p:cNvSpPr>
            <a:spLocks noGrp="1"/>
          </p:cNvSpPr>
          <p:nvPr>
            <p:ph type="body" sz="quarter" idx="54" hasCustomPrompt="1"/>
          </p:nvPr>
        </p:nvSpPr>
        <p:spPr>
          <a:xfrm>
            <a:off x="9015178" y="5697494"/>
            <a:ext cx="2138339" cy="299767"/>
          </a:xfrm>
        </p:spPr>
        <p:txBody>
          <a:bodyPr>
            <a:noAutofit/>
          </a:bodyPr>
          <a:lstStyle>
            <a:lvl1pPr marL="0" indent="0" algn="l">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66" name="Text Placeholder 39">
            <a:extLst>
              <a:ext uri="{FF2B5EF4-FFF2-40B4-BE49-F238E27FC236}">
                <a16:creationId xmlns:a16="http://schemas.microsoft.com/office/drawing/2014/main" id="{C8F3380A-C45C-44C2-BE84-98D3DADAEDA3}"/>
              </a:ext>
            </a:extLst>
          </p:cNvPr>
          <p:cNvSpPr>
            <a:spLocks noGrp="1"/>
          </p:cNvSpPr>
          <p:nvPr>
            <p:ph type="body" sz="quarter" idx="53" hasCustomPrompt="1"/>
          </p:nvPr>
        </p:nvSpPr>
        <p:spPr>
          <a:xfrm>
            <a:off x="9015178" y="6100437"/>
            <a:ext cx="2138339" cy="601662"/>
          </a:xfrm>
        </p:spPr>
        <p:txBody>
          <a:bodyPr>
            <a:noAutofit/>
          </a:bodyPr>
          <a:lstStyle>
            <a:lvl1pPr marL="0" indent="0" algn="l">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Tree>
    <p:extLst>
      <p:ext uri="{BB962C8B-B14F-4D97-AF65-F5344CB8AC3E}">
        <p14:creationId xmlns:p14="http://schemas.microsoft.com/office/powerpoint/2010/main" val="3289358948"/>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72">
          <p15:clr>
            <a:srgbClr val="5ACBF0"/>
          </p15:clr>
        </p15:guide>
        <p15:guide id="6" pos="2064">
          <p15:clr>
            <a:srgbClr val="5ACBF0"/>
          </p15:clr>
        </p15:guide>
        <p15:guide id="7" pos="1776">
          <p15:clr>
            <a:srgbClr val="5ACBF0"/>
          </p15:clr>
        </p15:guide>
        <p15:guide id="8" pos="5616">
          <p15:clr>
            <a:srgbClr val="5ACBF0"/>
          </p15:clr>
        </p15:guide>
        <p15:guide id="9" pos="5928">
          <p15:clr>
            <a:srgbClr val="5ACBF0"/>
          </p15:clr>
        </p15:guide>
        <p15:guide id="10" pos="144">
          <p15:clr>
            <a:srgbClr val="5ACBF0"/>
          </p15:clr>
        </p15:guide>
        <p15:guide id="11" orient="horz" pos="4200">
          <p15:clr>
            <a:srgbClr val="5ACBF0"/>
          </p15:clr>
        </p15:guide>
        <p15:guide id="12" pos="7536">
          <p15:clr>
            <a:srgbClr val="5ACBF0"/>
          </p15:clr>
        </p15:guide>
        <p15:guide id="13" orient="horz" pos="144">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Layout 1">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AFD94275-EC93-C87A-6BBB-425F15188230}"/>
              </a:ext>
              <a:ext uri="{C183D7F6-B498-43B3-948B-1728B52AA6E4}">
                <adec:decorative xmlns:adec="http://schemas.microsoft.com/office/drawing/2017/decorative" val="1"/>
              </a:ext>
            </a:extLst>
          </p:cNvPr>
          <p:cNvSpPr/>
          <p:nvPr userDrawn="1"/>
        </p:nvSpPr>
        <p:spPr>
          <a:xfrm>
            <a:off x="7199519" y="2688324"/>
            <a:ext cx="840963" cy="840963"/>
          </a:xfrm>
          <a:prstGeom prst="ellipse">
            <a:avLst/>
          </a:prstGeom>
          <a:solidFill>
            <a:schemeClr val="accent3">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2"/>
              </a:solidFill>
            </a:endParaRPr>
          </a:p>
        </p:txBody>
      </p:sp>
      <p:sp>
        <p:nvSpPr>
          <p:cNvPr id="4" name="Oval 3">
            <a:extLst>
              <a:ext uri="{FF2B5EF4-FFF2-40B4-BE49-F238E27FC236}">
                <a16:creationId xmlns:a16="http://schemas.microsoft.com/office/drawing/2014/main" id="{667DDEA5-75C4-FF17-3A23-7ECAF0CD4B61}"/>
              </a:ext>
              <a:ext uri="{C183D7F6-B498-43B3-948B-1728B52AA6E4}">
                <adec:decorative xmlns:adec="http://schemas.microsoft.com/office/drawing/2017/decorative" val="1"/>
              </a:ext>
            </a:extLst>
          </p:cNvPr>
          <p:cNvSpPr/>
          <p:nvPr userDrawn="1"/>
        </p:nvSpPr>
        <p:spPr>
          <a:xfrm>
            <a:off x="10247518" y="2688324"/>
            <a:ext cx="840963" cy="840963"/>
          </a:xfrm>
          <a:prstGeom prst="ellipse">
            <a:avLst/>
          </a:prstGeom>
          <a:solidFill>
            <a:schemeClr val="accent3">
              <a:lumMod val="60000"/>
              <a:lumOff val="4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EBE36D08-1D47-1B17-EFCA-4F96B6E713C3}"/>
              </a:ext>
              <a:ext uri="{C183D7F6-B498-43B3-948B-1728B52AA6E4}">
                <adec:decorative xmlns:adec="http://schemas.microsoft.com/office/drawing/2017/decorative" val="1"/>
              </a:ext>
            </a:extLst>
          </p:cNvPr>
          <p:cNvSpPr/>
          <p:nvPr userDrawn="1"/>
        </p:nvSpPr>
        <p:spPr>
          <a:xfrm>
            <a:off x="4151519" y="2688324"/>
            <a:ext cx="840963" cy="840963"/>
          </a:xfrm>
          <a:prstGeom prst="ellipse">
            <a:avLst/>
          </a:prstGeom>
          <a:solidFill>
            <a:schemeClr val="accent6">
              <a:lumMod val="40000"/>
              <a:lumOff val="6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0E23803-C97E-0679-3488-8C245D767955}"/>
              </a:ext>
              <a:ext uri="{C183D7F6-B498-43B3-948B-1728B52AA6E4}">
                <adec:decorative xmlns:adec="http://schemas.microsoft.com/office/drawing/2017/decorative" val="1"/>
              </a:ext>
            </a:extLst>
          </p:cNvPr>
          <p:cNvSpPr/>
          <p:nvPr userDrawn="1"/>
        </p:nvSpPr>
        <p:spPr>
          <a:xfrm>
            <a:off x="1098662" y="2688324"/>
            <a:ext cx="840963" cy="840963"/>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DFE23D0-0FF0-42C6-B15F-A719DFDD5264}"/>
              </a:ext>
            </a:extLst>
          </p:cNvPr>
          <p:cNvSpPr>
            <a:spLocks noGrp="1"/>
          </p:cNvSpPr>
          <p:nvPr>
            <p:ph type="title" hasCustomPrompt="1"/>
          </p:nvPr>
        </p:nvSpPr>
        <p:spPr>
          <a:xfrm>
            <a:off x="230124" y="457199"/>
            <a:ext cx="11731752" cy="1164565"/>
          </a:xfrm>
        </p:spPr>
        <p:txBody>
          <a:bodyPr/>
          <a:lstStyle>
            <a:lvl1pPr>
              <a:defRPr/>
            </a:lvl1pPr>
          </a:lstStyle>
          <a:p>
            <a:r>
              <a:rPr lang="en-US" dirty="0"/>
              <a:t>Click to add title</a:t>
            </a:r>
          </a:p>
        </p:txBody>
      </p:sp>
      <p:sp>
        <p:nvSpPr>
          <p:cNvPr id="35" name="Picture Placeholder 34">
            <a:extLst>
              <a:ext uri="{FF2B5EF4-FFF2-40B4-BE49-F238E27FC236}">
                <a16:creationId xmlns:a16="http://schemas.microsoft.com/office/drawing/2014/main" id="{EAA216C1-AB2E-40F5-9FEB-99A051529BBC}"/>
              </a:ext>
            </a:extLst>
          </p:cNvPr>
          <p:cNvSpPr>
            <a:spLocks noGrp="1"/>
          </p:cNvSpPr>
          <p:nvPr>
            <p:ph type="pic" sz="quarter" idx="10"/>
          </p:nvPr>
        </p:nvSpPr>
        <p:spPr>
          <a:xfrm>
            <a:off x="1361591"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D77457B-088A-4D58-BA8E-B758F3A6A0B0}"/>
              </a:ext>
            </a:extLst>
          </p:cNvPr>
          <p:cNvSpPr>
            <a:spLocks noGrp="1"/>
          </p:cNvSpPr>
          <p:nvPr>
            <p:ph type="body" sz="quarter" idx="18" hasCustomPrompt="1"/>
          </p:nvPr>
        </p:nvSpPr>
        <p:spPr>
          <a:xfrm>
            <a:off x="233457"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0" name="Text Placeholder 39">
            <a:extLst>
              <a:ext uri="{FF2B5EF4-FFF2-40B4-BE49-F238E27FC236}">
                <a16:creationId xmlns:a16="http://schemas.microsoft.com/office/drawing/2014/main" id="{26074907-686A-4144-BB8F-791A360F4CA9}"/>
              </a:ext>
            </a:extLst>
          </p:cNvPr>
          <p:cNvSpPr>
            <a:spLocks noGrp="1"/>
          </p:cNvSpPr>
          <p:nvPr>
            <p:ph type="body" sz="quarter" idx="14" hasCustomPrompt="1"/>
          </p:nvPr>
        </p:nvSpPr>
        <p:spPr>
          <a:xfrm>
            <a:off x="439643" y="4491306"/>
            <a:ext cx="2158999"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6" name="Picture Placeholder 34">
            <a:extLst>
              <a:ext uri="{FF2B5EF4-FFF2-40B4-BE49-F238E27FC236}">
                <a16:creationId xmlns:a16="http://schemas.microsoft.com/office/drawing/2014/main" id="{FAEA8B42-3F7F-41AD-BABE-4EEB23482AE7}"/>
              </a:ext>
            </a:extLst>
          </p:cNvPr>
          <p:cNvSpPr>
            <a:spLocks noGrp="1"/>
          </p:cNvSpPr>
          <p:nvPr>
            <p:ph type="pic" sz="quarter" idx="11"/>
          </p:nvPr>
        </p:nvSpPr>
        <p:spPr>
          <a:xfrm>
            <a:off x="442092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8" name="Text Placeholder 46">
            <a:extLst>
              <a:ext uri="{FF2B5EF4-FFF2-40B4-BE49-F238E27FC236}">
                <a16:creationId xmlns:a16="http://schemas.microsoft.com/office/drawing/2014/main" id="{DD29B92B-5D6C-4077-8F1A-743E03C13A11}"/>
              </a:ext>
            </a:extLst>
          </p:cNvPr>
          <p:cNvSpPr>
            <a:spLocks noGrp="1"/>
          </p:cNvSpPr>
          <p:nvPr>
            <p:ph type="body" sz="quarter" idx="19" hasCustomPrompt="1"/>
          </p:nvPr>
        </p:nvSpPr>
        <p:spPr>
          <a:xfrm>
            <a:off x="3281457"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1" name="Text Placeholder 39">
            <a:extLst>
              <a:ext uri="{FF2B5EF4-FFF2-40B4-BE49-F238E27FC236}">
                <a16:creationId xmlns:a16="http://schemas.microsoft.com/office/drawing/2014/main" id="{008E0623-EC20-45C5-91A6-0F11089BC4D6}"/>
              </a:ext>
            </a:extLst>
          </p:cNvPr>
          <p:cNvSpPr>
            <a:spLocks noGrp="1"/>
          </p:cNvSpPr>
          <p:nvPr>
            <p:ph type="body" sz="quarter" idx="15" hasCustomPrompt="1"/>
          </p:nvPr>
        </p:nvSpPr>
        <p:spPr>
          <a:xfrm>
            <a:off x="3580136"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7" name="Picture Placeholder 34">
            <a:extLst>
              <a:ext uri="{FF2B5EF4-FFF2-40B4-BE49-F238E27FC236}">
                <a16:creationId xmlns:a16="http://schemas.microsoft.com/office/drawing/2014/main" id="{7567D676-2C80-4141-893B-11FCC59F8435}"/>
              </a:ext>
            </a:extLst>
          </p:cNvPr>
          <p:cNvSpPr>
            <a:spLocks noGrp="1"/>
          </p:cNvSpPr>
          <p:nvPr>
            <p:ph type="pic" sz="quarter" idx="12"/>
          </p:nvPr>
        </p:nvSpPr>
        <p:spPr>
          <a:xfrm>
            <a:off x="740729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49" name="Text Placeholder 46">
            <a:extLst>
              <a:ext uri="{FF2B5EF4-FFF2-40B4-BE49-F238E27FC236}">
                <a16:creationId xmlns:a16="http://schemas.microsoft.com/office/drawing/2014/main" id="{13F3E81B-98F9-43EF-B142-E08146C84EC6}"/>
              </a:ext>
            </a:extLst>
          </p:cNvPr>
          <p:cNvSpPr>
            <a:spLocks noGrp="1"/>
          </p:cNvSpPr>
          <p:nvPr>
            <p:ph type="body" sz="quarter" idx="20" hasCustomPrompt="1"/>
          </p:nvPr>
        </p:nvSpPr>
        <p:spPr>
          <a:xfrm>
            <a:off x="6326144"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4" name="Text Placeholder 39">
            <a:extLst>
              <a:ext uri="{FF2B5EF4-FFF2-40B4-BE49-F238E27FC236}">
                <a16:creationId xmlns:a16="http://schemas.microsoft.com/office/drawing/2014/main" id="{61293D0A-B2E6-4C99-A936-14475FCCE59B}"/>
              </a:ext>
            </a:extLst>
          </p:cNvPr>
          <p:cNvSpPr>
            <a:spLocks noGrp="1"/>
          </p:cNvSpPr>
          <p:nvPr>
            <p:ph type="body" sz="quarter" idx="16" hasCustomPrompt="1"/>
          </p:nvPr>
        </p:nvSpPr>
        <p:spPr>
          <a:xfrm>
            <a:off x="6628138"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sp>
        <p:nvSpPr>
          <p:cNvPr id="38" name="Picture Placeholder 34">
            <a:extLst>
              <a:ext uri="{FF2B5EF4-FFF2-40B4-BE49-F238E27FC236}">
                <a16:creationId xmlns:a16="http://schemas.microsoft.com/office/drawing/2014/main" id="{6F952DCC-32A4-47A9-94B1-DD217C6081C8}"/>
              </a:ext>
            </a:extLst>
          </p:cNvPr>
          <p:cNvSpPr>
            <a:spLocks noGrp="1"/>
          </p:cNvSpPr>
          <p:nvPr>
            <p:ph type="pic" sz="quarter" idx="13"/>
          </p:nvPr>
        </p:nvSpPr>
        <p:spPr>
          <a:xfrm>
            <a:off x="10456949" y="2616354"/>
            <a:ext cx="887413" cy="889000"/>
          </a:xfrm>
        </p:spPr>
        <p:txBody>
          <a:bodyPr>
            <a:normAutofit/>
          </a:bodyPr>
          <a:lstStyle>
            <a:lvl1pPr marL="0" indent="0" algn="ctr">
              <a:buNone/>
              <a:defRPr sz="900"/>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id="{DBC70D5F-BACB-4A84-A4D0-71ECD4393E28}"/>
              </a:ext>
            </a:extLst>
          </p:cNvPr>
          <p:cNvSpPr>
            <a:spLocks noGrp="1"/>
          </p:cNvSpPr>
          <p:nvPr>
            <p:ph type="body" sz="quarter" idx="21" hasCustomPrompt="1"/>
          </p:nvPr>
        </p:nvSpPr>
        <p:spPr>
          <a:xfrm>
            <a:off x="9374144" y="4019516"/>
            <a:ext cx="2585943" cy="369311"/>
          </a:xfrm>
        </p:spPr>
        <p:txBody>
          <a:bodyPr>
            <a:noAutofit/>
          </a:bodyPr>
          <a:lstStyle>
            <a:lvl1pPr marL="0" indent="0" algn="ctr">
              <a:lnSpc>
                <a:spcPct val="100000"/>
              </a:lnSpc>
              <a:spcBef>
                <a:spcPts val="0"/>
              </a:spcBef>
              <a:buNone/>
              <a:defRPr sz="1800" b="1">
                <a:latin typeface="+mj-lt"/>
              </a:defRPr>
            </a:lvl1pPr>
            <a:lvl2pPr marL="457200" indent="0">
              <a:buNone/>
              <a:defRPr sz="1800"/>
            </a:lvl2pPr>
            <a:lvl3pPr marL="914400" indent="0">
              <a:buNone/>
              <a:defRPr sz="1800"/>
            </a:lvl3pPr>
            <a:lvl4pPr marL="1371600" indent="0">
              <a:buNone/>
              <a:defRPr sz="1800"/>
            </a:lvl4pPr>
            <a:lvl5pPr marL="1828800" indent="0">
              <a:buNone/>
              <a:defRPr sz="1800"/>
            </a:lvl5pPr>
          </a:lstStyle>
          <a:p>
            <a:pPr lvl="0"/>
            <a:r>
              <a:rPr lang="en-US" dirty="0"/>
              <a:t>Click to add text</a:t>
            </a:r>
          </a:p>
        </p:txBody>
      </p:sp>
      <p:sp>
        <p:nvSpPr>
          <p:cNvPr id="45" name="Text Placeholder 39">
            <a:extLst>
              <a:ext uri="{FF2B5EF4-FFF2-40B4-BE49-F238E27FC236}">
                <a16:creationId xmlns:a16="http://schemas.microsoft.com/office/drawing/2014/main" id="{1527FC22-EC4A-4577-9F30-4B76AC7BCE0A}"/>
              </a:ext>
            </a:extLst>
          </p:cNvPr>
          <p:cNvSpPr>
            <a:spLocks noGrp="1"/>
          </p:cNvSpPr>
          <p:nvPr>
            <p:ph type="body" sz="quarter" idx="17" hasCustomPrompt="1"/>
          </p:nvPr>
        </p:nvSpPr>
        <p:spPr>
          <a:xfrm>
            <a:off x="9676136" y="4491306"/>
            <a:ext cx="1983726" cy="601662"/>
          </a:xfrm>
        </p:spPr>
        <p:txBody>
          <a:bodyPr>
            <a:noAutofit/>
          </a:bodyPr>
          <a:lstStyle>
            <a:lvl1pPr marL="0" indent="0" algn="ctr">
              <a:buNone/>
              <a:defRPr sz="1100">
                <a:solidFill>
                  <a:schemeClr val="tx1"/>
                </a:solidFill>
              </a:defRPr>
            </a:lvl1pPr>
            <a:lvl2pPr marL="457200" indent="0">
              <a:buNone/>
              <a:defRPr sz="1100"/>
            </a:lvl2pPr>
            <a:lvl3pPr marL="914400" indent="0">
              <a:buNone/>
              <a:defRPr sz="1100"/>
            </a:lvl3pPr>
            <a:lvl4pPr marL="1371600" indent="0">
              <a:buNone/>
              <a:defRPr sz="1100"/>
            </a:lvl4pPr>
            <a:lvl5pPr marL="1828800" indent="0">
              <a:buNone/>
              <a:defRPr sz="1100"/>
            </a:lvl5pPr>
          </a:lstStyle>
          <a:p>
            <a:pPr lvl="0"/>
            <a:r>
              <a:rPr lang="en-US" dirty="0"/>
              <a:t>Click to add text</a:t>
            </a:r>
          </a:p>
        </p:txBody>
      </p:sp>
      <p:grpSp>
        <p:nvGrpSpPr>
          <p:cNvPr id="12" name="Group 11">
            <a:extLst>
              <a:ext uri="{FF2B5EF4-FFF2-40B4-BE49-F238E27FC236}">
                <a16:creationId xmlns:a16="http://schemas.microsoft.com/office/drawing/2014/main" id="{B43A5E61-4930-643F-C870-0B885BD5D193}"/>
              </a:ext>
              <a:ext uri="{C183D7F6-B498-43B3-948B-1728B52AA6E4}">
                <adec:decorative xmlns:adec="http://schemas.microsoft.com/office/drawing/2017/decorative" val="1"/>
              </a:ext>
            </a:extLst>
          </p:cNvPr>
          <p:cNvGrpSpPr/>
          <p:nvPr userDrawn="1"/>
        </p:nvGrpSpPr>
        <p:grpSpPr>
          <a:xfrm>
            <a:off x="1434661" y="3748073"/>
            <a:ext cx="9317820" cy="168964"/>
            <a:chOff x="1434661" y="3748073"/>
            <a:chExt cx="9317820" cy="168964"/>
          </a:xfrm>
        </p:grpSpPr>
        <p:cxnSp>
          <p:nvCxnSpPr>
            <p:cNvPr id="7" name="Straight Connector 6">
              <a:extLst>
                <a:ext uri="{FF2B5EF4-FFF2-40B4-BE49-F238E27FC236}">
                  <a16:creationId xmlns:a16="http://schemas.microsoft.com/office/drawing/2014/main" id="{9C0B5E23-017C-98F8-56D6-A44D68237192}"/>
                </a:ext>
                <a:ext uri="{C183D7F6-B498-43B3-948B-1728B52AA6E4}">
                  <adec:decorative xmlns:adec="http://schemas.microsoft.com/office/drawing/2017/decorative" val="1"/>
                </a:ext>
              </a:extLst>
            </p:cNvPr>
            <p:cNvCxnSpPr>
              <a:cxnSpLocks/>
              <a:stCxn id="11" idx="6"/>
              <a:endCxn id="8" idx="2"/>
            </p:cNvCxnSpPr>
            <p:nvPr userDrawn="1"/>
          </p:nvCxnSpPr>
          <p:spPr>
            <a:xfrm flipH="1">
              <a:off x="1434661" y="3832555"/>
              <a:ext cx="9317820" cy="0"/>
            </a:xfrm>
            <a:prstGeom prst="line">
              <a:avLst/>
            </a:prstGeom>
            <a:ln w="28575">
              <a:solidFill>
                <a:schemeClr val="tx1"/>
              </a:solidFill>
            </a:ln>
          </p:spPr>
          <p:style>
            <a:lnRef idx="1">
              <a:schemeClr val="accent2"/>
            </a:lnRef>
            <a:fillRef idx="0">
              <a:schemeClr val="accent2"/>
            </a:fillRef>
            <a:effectRef idx="0">
              <a:schemeClr val="accent2"/>
            </a:effectRef>
            <a:fontRef idx="minor">
              <a:schemeClr val="tx1"/>
            </a:fontRef>
          </p:style>
        </p:cxnSp>
        <p:sp>
          <p:nvSpPr>
            <p:cNvPr id="8" name="Oval 7" descr="timeline markers">
              <a:extLst>
                <a:ext uri="{FF2B5EF4-FFF2-40B4-BE49-F238E27FC236}">
                  <a16:creationId xmlns:a16="http://schemas.microsoft.com/office/drawing/2014/main" id="{C9B4712F-53D8-B865-ED94-DB8B8FC12CF6}"/>
                </a:ext>
              </a:extLst>
            </p:cNvPr>
            <p:cNvSpPr/>
            <p:nvPr userDrawn="1"/>
          </p:nvSpPr>
          <p:spPr>
            <a:xfrm>
              <a:off x="1434661"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9" name="Oval 8" descr="timeline markers">
              <a:extLst>
                <a:ext uri="{FF2B5EF4-FFF2-40B4-BE49-F238E27FC236}">
                  <a16:creationId xmlns:a16="http://schemas.microsoft.com/office/drawing/2014/main" id="{2004C008-7BEB-2666-E302-67CE046DD70A}"/>
                </a:ext>
              </a:extLst>
            </p:cNvPr>
            <p:cNvSpPr/>
            <p:nvPr userDrawn="1"/>
          </p:nvSpPr>
          <p:spPr>
            <a:xfrm>
              <a:off x="4487518"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0" name="Oval 9" descr="timeline markers">
              <a:extLst>
                <a:ext uri="{FF2B5EF4-FFF2-40B4-BE49-F238E27FC236}">
                  <a16:creationId xmlns:a16="http://schemas.microsoft.com/office/drawing/2014/main" id="{091ECB05-AF52-EC56-7C38-6AE57F46F055}"/>
                </a:ext>
              </a:extLst>
            </p:cNvPr>
            <p:cNvSpPr/>
            <p:nvPr userDrawn="1"/>
          </p:nvSpPr>
          <p:spPr>
            <a:xfrm>
              <a:off x="7535518"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sp>
          <p:nvSpPr>
            <p:cNvPr id="11" name="Oval 10" descr="timeline markers">
              <a:extLst>
                <a:ext uri="{FF2B5EF4-FFF2-40B4-BE49-F238E27FC236}">
                  <a16:creationId xmlns:a16="http://schemas.microsoft.com/office/drawing/2014/main" id="{9FA5B378-820A-AD6F-C2F7-12D55DA9E413}"/>
                </a:ext>
              </a:extLst>
            </p:cNvPr>
            <p:cNvSpPr/>
            <p:nvPr userDrawn="1"/>
          </p:nvSpPr>
          <p:spPr>
            <a:xfrm>
              <a:off x="10583517" y="3748073"/>
              <a:ext cx="168964" cy="168964"/>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000000"/>
                  </a:solidFill>
                </a:ln>
              </a:endParaRPr>
            </a:p>
          </p:txBody>
        </p:sp>
      </p:grpSp>
    </p:spTree>
    <p:extLst>
      <p:ext uri="{BB962C8B-B14F-4D97-AF65-F5344CB8AC3E}">
        <p14:creationId xmlns:p14="http://schemas.microsoft.com/office/powerpoint/2010/main" val="177909153"/>
      </p:ext>
    </p:extLst>
  </p:cSld>
  <p:clrMapOvr>
    <a:masterClrMapping/>
  </p:clrMapOvr>
  <p:extLst>
    <p:ext uri="{DCECCB84-F9BA-43D5-87BE-67443E8EF086}">
      <p15:sldGuideLst xmlns:p15="http://schemas.microsoft.com/office/powerpoint/2012/main">
        <p15:guide id="1" pos="1920">
          <p15:clr>
            <a:srgbClr val="FBAE40"/>
          </p15:clr>
        </p15:guide>
        <p15:guide id="2" pos="3840">
          <p15:clr>
            <a:srgbClr val="FBAE40"/>
          </p15:clr>
        </p15:guide>
        <p15:guide id="3" pos="5760">
          <p15:clr>
            <a:srgbClr val="FBAE40"/>
          </p15:clr>
        </p15:guide>
        <p15:guide id="4" pos="3984">
          <p15:clr>
            <a:srgbClr val="5ACBF0"/>
          </p15:clr>
        </p15:guide>
        <p15:guide id="5" pos="3696">
          <p15:clr>
            <a:srgbClr val="5ACBF0"/>
          </p15:clr>
        </p15:guide>
        <p15:guide id="6" pos="2064">
          <p15:clr>
            <a:srgbClr val="5ACBF0"/>
          </p15:clr>
        </p15:guide>
        <p15:guide id="7" pos="1776">
          <p15:clr>
            <a:srgbClr val="5ACBF0"/>
          </p15:clr>
        </p15:guide>
        <p15:guide id="8" pos="5616">
          <p15:clr>
            <a:srgbClr val="5ACBF0"/>
          </p15:clr>
        </p15:guide>
        <p15:guide id="9" pos="5904">
          <p15:clr>
            <a:srgbClr val="5ACBF0"/>
          </p15:clr>
        </p15:guide>
        <p15:guide id="10" pos="144">
          <p15:clr>
            <a:srgbClr val="5ACBF0"/>
          </p15:clr>
        </p15:guide>
        <p15:guide id="11" orient="horz" pos="4176">
          <p15:clr>
            <a:srgbClr val="5ACBF0"/>
          </p15:clr>
        </p15:guide>
        <p15:guide id="12" pos="7536">
          <p15:clr>
            <a:srgbClr val="5ACBF0"/>
          </p15:clr>
        </p15:guide>
        <p15:guide id="13" orient="horz" pos="14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94A45C-8F79-9A61-77E8-09BC4E628377}"/>
              </a:ext>
            </a:extLst>
          </p:cNvPr>
          <p:cNvSpPr>
            <a:spLocks noGrp="1"/>
          </p:cNvSpPr>
          <p:nvPr>
            <p:ph type="title"/>
          </p:nvPr>
        </p:nvSpPr>
        <p:spPr>
          <a:xfrm>
            <a:off x="1139952" y="512064"/>
            <a:ext cx="9912096" cy="1014984"/>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646656E-6C21-DB29-00F0-0CC844DE371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A7742D6-DB37-81C8-6BDD-5C9150A7DF6C}"/>
              </a:ext>
            </a:extLst>
          </p:cNvPr>
          <p:cNvSpPr>
            <a:spLocks noGrp="1"/>
          </p:cNvSpPr>
          <p:nvPr>
            <p:ph type="dt" sz="half" idx="2"/>
          </p:nvPr>
        </p:nvSpPr>
        <p:spPr>
          <a:xfrm>
            <a:off x="10629145" y="6400904"/>
            <a:ext cx="64008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20XX</a:t>
            </a:r>
          </a:p>
        </p:txBody>
      </p:sp>
      <p:sp>
        <p:nvSpPr>
          <p:cNvPr id="5" name="Footer Placeholder 4">
            <a:extLst>
              <a:ext uri="{FF2B5EF4-FFF2-40B4-BE49-F238E27FC236}">
                <a16:creationId xmlns:a16="http://schemas.microsoft.com/office/drawing/2014/main" id="{E694DB44-E775-B332-D1F0-40DB3A5FA3A3}"/>
              </a:ext>
            </a:extLst>
          </p:cNvPr>
          <p:cNvSpPr>
            <a:spLocks noGrp="1"/>
          </p:cNvSpPr>
          <p:nvPr>
            <p:ph type="ftr" sz="quarter" idx="3"/>
          </p:nvPr>
        </p:nvSpPr>
        <p:spPr>
          <a:xfrm>
            <a:off x="5364480" y="6400904"/>
            <a:ext cx="146304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r>
              <a:rPr lang="en-US" dirty="0"/>
              <a:t>Presentation title</a:t>
            </a:r>
          </a:p>
        </p:txBody>
      </p:sp>
      <p:sp>
        <p:nvSpPr>
          <p:cNvPr id="6" name="Slide Number Placeholder 5">
            <a:extLst>
              <a:ext uri="{FF2B5EF4-FFF2-40B4-BE49-F238E27FC236}">
                <a16:creationId xmlns:a16="http://schemas.microsoft.com/office/drawing/2014/main" id="{C39C1C4E-47DA-0CDC-75C8-42E9F1EBDE07}"/>
              </a:ext>
            </a:extLst>
          </p:cNvPr>
          <p:cNvSpPr>
            <a:spLocks noGrp="1"/>
          </p:cNvSpPr>
          <p:nvPr>
            <p:ph type="sldNum" sz="quarter" idx="4"/>
          </p:nvPr>
        </p:nvSpPr>
        <p:spPr>
          <a:xfrm>
            <a:off x="838200" y="6400904"/>
            <a:ext cx="365760" cy="246888"/>
          </a:xfrm>
          <a:prstGeom prst="rect">
            <a:avLst/>
          </a:prstGeom>
        </p:spPr>
        <p:txBody>
          <a:bodyPr vert="horz" lIns="0" tIns="45720" rIns="0" bIns="45720" rtlCol="0" anchor="ctr">
            <a:noAutofit/>
          </a:bodyPr>
          <a:lstStyle>
            <a:lvl1pPr algn="ctr">
              <a:defRPr sz="1000">
                <a:solidFill>
                  <a:schemeClr val="tx1"/>
                </a:solidFill>
                <a:latin typeface="+mj-lt"/>
              </a:defRPr>
            </a:lvl1pPr>
          </a:lstStyle>
          <a:p>
            <a:fld id="{8D0AFDD5-844D-364D-8AEC-50CF4D36D55D}" type="slidenum">
              <a:rPr lang="en-US" smtClean="0"/>
              <a:pPr/>
              <a:t>‹#›</a:t>
            </a:fld>
            <a:endParaRPr lang="en-US" dirty="0"/>
          </a:p>
        </p:txBody>
      </p:sp>
      <p:cxnSp>
        <p:nvCxnSpPr>
          <p:cNvPr id="8" name="Straight Connector 7">
            <a:extLst>
              <a:ext uri="{FF2B5EF4-FFF2-40B4-BE49-F238E27FC236}">
                <a16:creationId xmlns:a16="http://schemas.microsoft.com/office/drawing/2014/main" id="{2DE05079-2B34-E435-A882-A172DE176AE1}"/>
              </a:ext>
            </a:extLst>
          </p:cNvPr>
          <p:cNvCxnSpPr>
            <a:cxnSpLocks/>
          </p:cNvCxnSpPr>
          <p:nvPr userDrawn="1"/>
        </p:nvCxnSpPr>
        <p:spPr>
          <a:xfrm>
            <a:off x="0" y="6535885"/>
            <a:ext cx="838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440547-EE65-F9CE-1D02-2D326735F06D}"/>
              </a:ext>
            </a:extLst>
          </p:cNvPr>
          <p:cNvCxnSpPr>
            <a:cxnSpLocks/>
          </p:cNvCxnSpPr>
          <p:nvPr userDrawn="1"/>
        </p:nvCxnSpPr>
        <p:spPr>
          <a:xfrm>
            <a:off x="1205025" y="6535885"/>
            <a:ext cx="416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B9DC65-7A98-9009-CD43-4A4B57960D46}"/>
              </a:ext>
            </a:extLst>
          </p:cNvPr>
          <p:cNvCxnSpPr>
            <a:cxnSpLocks/>
          </p:cNvCxnSpPr>
          <p:nvPr userDrawn="1"/>
        </p:nvCxnSpPr>
        <p:spPr>
          <a:xfrm>
            <a:off x="6802120" y="6528812"/>
            <a:ext cx="38404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4653D1C-9830-A9D3-084A-35BD971D10F5}"/>
              </a:ext>
            </a:extLst>
          </p:cNvPr>
          <p:cNvCxnSpPr>
            <a:cxnSpLocks/>
          </p:cNvCxnSpPr>
          <p:nvPr userDrawn="1"/>
        </p:nvCxnSpPr>
        <p:spPr>
          <a:xfrm>
            <a:off x="11276341" y="6528816"/>
            <a:ext cx="91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252815"/>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58" r:id="rId5"/>
    <p:sldLayoutId id="2147483661" r:id="rId6"/>
    <p:sldLayoutId id="2147483663" r:id="rId7"/>
    <p:sldLayoutId id="2147483664" r:id="rId8"/>
    <p:sldLayoutId id="2147483668" r:id="rId9"/>
    <p:sldLayoutId id="2147483662" r:id="rId10"/>
    <p:sldLayoutId id="2147483653" r:id="rId11"/>
    <p:sldLayoutId id="2147483669" r:id="rId12"/>
    <p:sldLayoutId id="2147483665" r:id="rId13"/>
    <p:sldLayoutId id="2147483666" r:id="rId14"/>
    <p:sldLayoutId id="2147483667" r:id="rId15"/>
    <p:sldLayoutId id="2147483654" r:id="rId16"/>
    <p:sldLayoutId id="2147483655" r:id="rId17"/>
    <p:sldLayoutId id="2147483671" r:id="rId18"/>
    <p:sldLayoutId id="2147483672" r:id="rId19"/>
  </p:sldLayoutIdLst>
  <p:hf hdr="0"/>
  <p:txStyles>
    <p:titleStyle>
      <a:lvl1pPr algn="ctr" defTabSz="914400" rtl="0" eaLnBrk="1" latinLnBrk="0" hangingPunct="1">
        <a:lnSpc>
          <a:spcPct val="10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www.google.com/url?q=https%3A%2F%2Fdrive.google.com%2Ffile%2Fd%2F19GrjlYDuGxRjiwte-ihixN9EshHKt4PX%2Fview%3Fusp%3Ddrive_link" TargetMode="Externa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sv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417B79-9D86-B65E-24D3-AA09B89B240C}"/>
              </a:ext>
            </a:extLst>
          </p:cNvPr>
          <p:cNvSpPr txBox="1"/>
          <p:nvPr/>
        </p:nvSpPr>
        <p:spPr>
          <a:xfrm>
            <a:off x="2123768" y="5071314"/>
            <a:ext cx="8267700" cy="1366977"/>
          </a:xfrm>
          <a:prstGeom prst="rect">
            <a:avLst/>
          </a:prstGeom>
          <a:noFill/>
        </p:spPr>
        <p:txBody>
          <a:bodyPr wrap="square">
            <a:spAutoFit/>
          </a:bodyPr>
          <a:lstStyle/>
          <a:p>
            <a:pPr algn="ctr">
              <a:lnSpc>
                <a:spcPct val="107000"/>
              </a:lnSpc>
              <a:spcAft>
                <a:spcPts val="800"/>
              </a:spcAft>
            </a:pP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𝕯𝖊𝖕𝖆𝖗𝖙𝖒𝖊𝖓𝖙</a:t>
            </a:r>
            <a:r>
              <a:rPr lang="en-GB" sz="32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𝖔𝖋</a:t>
            </a:r>
            <a:r>
              <a:rPr lang="en-GB" sz="32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3200" dirty="0">
                <a:effectLst/>
                <a:latin typeface="Cambria Math" panose="02040503050406030204" pitchFamily="18" charset="0"/>
                <a:ea typeface="Trebuchet MS" panose="020B0603020202020204" pitchFamily="34" charset="0"/>
                <a:cs typeface="Cambria Math" panose="02040503050406030204" pitchFamily="18" charset="0"/>
              </a:rPr>
              <a:t>𝕾𝖙𝖆𝖙𝖎𝖘𝖙𝖎𝖈𝖘</a:t>
            </a:r>
            <a:endParaRPr lang="en-IN" sz="1200" dirty="0">
              <a:effectLst/>
              <a:latin typeface="Trebuchet MS" panose="020B0603020202020204" pitchFamily="34" charset="0"/>
              <a:ea typeface="Trebuchet MS" panose="020B0603020202020204" pitchFamily="34" charset="0"/>
              <a:cs typeface="Times New Roman" panose="02020603050405020304" pitchFamily="18" charset="0"/>
            </a:endParaRPr>
          </a:p>
          <a:p>
            <a:pPr marL="6350" indent="-6350" algn="ctr">
              <a:lnSpc>
                <a:spcPct val="107000"/>
              </a:lnSpc>
              <a:spcAft>
                <a:spcPts val="800"/>
              </a:spcAft>
            </a:pP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SCHOOL OF MATHEMATICS, STATISTICS AND COMPUTER SCIENCE</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lnSpc>
                <a:spcPct val="107000"/>
              </a:lnSpc>
              <a:spcAft>
                <a:spcPts val="575"/>
              </a:spcAft>
            </a:pPr>
            <a:r>
              <a:rPr lang="en-GB" sz="1600" dirty="0">
                <a:effectLst/>
                <a:latin typeface="Trebuchet MS" panose="020B0603020202020204" pitchFamily="34" charset="0"/>
                <a:ea typeface="Trebuchet MS" panose="020B0603020202020204" pitchFamily="34" charset="0"/>
                <a:cs typeface="Times New Roman" panose="02020603050405020304" pitchFamily="18" charset="0"/>
              </a:rPr>
              <a:t> </a:t>
            </a:r>
            <a:r>
              <a:rPr lang="en-GB" sz="1600" dirty="0">
                <a:effectLst/>
                <a:latin typeface="Calisto MT" panose="02040603050505030304" pitchFamily="18" charset="0"/>
                <a:ea typeface="Times New Roman" panose="02020603050405020304" pitchFamily="18" charset="0"/>
                <a:cs typeface="Times New Roman" panose="02020603050405020304" pitchFamily="18" charset="0"/>
              </a:rPr>
              <a:t>Central University of South Bihar , Gaya </a:t>
            </a:r>
            <a:endParaRPr lang="en-IN" sz="1600" dirty="0">
              <a:effectLst/>
              <a:latin typeface="Trebuchet MS" panose="020B0603020202020204" pitchFamily="34" charset="0"/>
              <a:ea typeface="Trebuchet MS" panose="020B0603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9B83AC43-E159-3AB2-7669-D570F015B467}"/>
              </a:ext>
            </a:extLst>
          </p:cNvPr>
          <p:cNvPicPr>
            <a:picLocks noChangeAspect="1"/>
          </p:cNvPicPr>
          <p:nvPr/>
        </p:nvPicPr>
        <p:blipFill>
          <a:blip r:embed="rId2"/>
          <a:stretch>
            <a:fillRect/>
          </a:stretch>
        </p:blipFill>
        <p:spPr>
          <a:xfrm>
            <a:off x="4921621" y="1241702"/>
            <a:ext cx="2220862" cy="2142996"/>
          </a:xfrm>
          <a:prstGeom prst="rect">
            <a:avLst/>
          </a:prstGeom>
        </p:spPr>
      </p:pic>
      <p:sp>
        <p:nvSpPr>
          <p:cNvPr id="8" name="TextBox 7">
            <a:extLst>
              <a:ext uri="{FF2B5EF4-FFF2-40B4-BE49-F238E27FC236}">
                <a16:creationId xmlns:a16="http://schemas.microsoft.com/office/drawing/2014/main" id="{82CBE339-6EEB-8120-B8F0-17613132526F}"/>
              </a:ext>
            </a:extLst>
          </p:cNvPr>
          <p:cNvSpPr txBox="1"/>
          <p:nvPr/>
        </p:nvSpPr>
        <p:spPr>
          <a:xfrm>
            <a:off x="4130297" y="121539"/>
            <a:ext cx="4254642" cy="584775"/>
          </a:xfrm>
          <a:prstGeom prst="rect">
            <a:avLst/>
          </a:prstGeom>
          <a:noFill/>
        </p:spPr>
        <p:txBody>
          <a:bodyPr wrap="square" rtlCol="0">
            <a:spAutoFit/>
          </a:bodyPr>
          <a:lstStyle/>
          <a:p>
            <a:pPr algn="ctr"/>
            <a:r>
              <a:rPr lang="en-US" sz="3200" dirty="0">
                <a:latin typeface="Calisto MT" panose="02040603050505030304" pitchFamily="18" charset="0"/>
              </a:rPr>
              <a:t>Project Presentation </a:t>
            </a:r>
            <a:endParaRPr lang="en-IN" sz="3200" dirty="0">
              <a:latin typeface="Calisto MT" panose="02040603050505030304" pitchFamily="18" charset="0"/>
            </a:endParaRPr>
          </a:p>
        </p:txBody>
      </p:sp>
      <p:sp>
        <p:nvSpPr>
          <p:cNvPr id="11" name="TextBox 10">
            <a:extLst>
              <a:ext uri="{FF2B5EF4-FFF2-40B4-BE49-F238E27FC236}">
                <a16:creationId xmlns:a16="http://schemas.microsoft.com/office/drawing/2014/main" id="{01EFA465-5AEB-99C7-3375-BA13BA61DDB2}"/>
              </a:ext>
            </a:extLst>
          </p:cNvPr>
          <p:cNvSpPr txBox="1"/>
          <p:nvPr/>
        </p:nvSpPr>
        <p:spPr>
          <a:xfrm>
            <a:off x="6512560" y="3086770"/>
            <a:ext cx="5049519" cy="196977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     PRESENTED BY: </a:t>
            </a:r>
          </a:p>
          <a:p>
            <a:pPr algn="ctr"/>
            <a:r>
              <a:rPr lang="en-US" b="1" dirty="0">
                <a:latin typeface="Times New Roman" panose="02020603050405020304" pitchFamily="18" charset="0"/>
                <a:cs typeface="Times New Roman" panose="02020603050405020304" pitchFamily="18" charset="0"/>
              </a:rPr>
              <a:t>         Rahul </a:t>
            </a:r>
            <a:r>
              <a:rPr lang="en-US" b="1" dirty="0" err="1">
                <a:latin typeface="Times New Roman" panose="02020603050405020304" pitchFamily="18" charset="0"/>
                <a:cs typeface="Times New Roman" panose="02020603050405020304" pitchFamily="18" charset="0"/>
              </a:rPr>
              <a:t>kumar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Mahato</a:t>
            </a:r>
            <a:r>
              <a:rPr lang="en-US" b="1" dirty="0">
                <a:latin typeface="Times New Roman" panose="02020603050405020304" pitchFamily="18" charset="0"/>
                <a:cs typeface="Times New Roman" panose="02020603050405020304" pitchFamily="18" charset="0"/>
              </a:rPr>
              <a:t> </a:t>
            </a:r>
          </a:p>
          <a:p>
            <a:pPr algn="ctr"/>
            <a:r>
              <a:rPr lang="en-GB" sz="1800" dirty="0">
                <a:effectLst/>
                <a:latin typeface="Calisto MT" panose="02040603050505030304" pitchFamily="18" charset="0"/>
                <a:ea typeface="Trebuchet MS" panose="020B0603020202020204" pitchFamily="34" charset="0"/>
                <a:cs typeface="Times New Roman" panose="02020603050405020304" pitchFamily="18" charset="0"/>
              </a:rPr>
              <a:t>    </a:t>
            </a:r>
            <a:r>
              <a:rPr lang="en-GB" sz="1800" b="1" dirty="0">
                <a:effectLst/>
                <a:latin typeface="Calisto MT" panose="02040603050505030304" pitchFamily="18" charset="0"/>
                <a:ea typeface="Trebuchet MS" panose="020B0603020202020204" pitchFamily="34" charset="0"/>
                <a:cs typeface="Times New Roman" panose="02020603050405020304" pitchFamily="18" charset="0"/>
              </a:rPr>
              <a:t>Masters in  Data science &amp; Applied statistics</a:t>
            </a:r>
            <a:endParaRPr lang="en-IN" sz="18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US" sz="1600" b="1" dirty="0" err="1">
                <a:latin typeface="Times New Roman" panose="02020603050405020304" pitchFamily="18" charset="0"/>
                <a:cs typeface="Times New Roman" panose="02020603050405020304" pitchFamily="18" charset="0"/>
              </a:rPr>
              <a:t>EnRoll</a:t>
            </a:r>
            <a:r>
              <a:rPr lang="en-US" sz="1600" b="1" dirty="0">
                <a:latin typeface="Times New Roman" panose="02020603050405020304" pitchFamily="18" charset="0"/>
                <a:cs typeface="Times New Roman" panose="02020603050405020304" pitchFamily="18" charset="0"/>
              </a:rPr>
              <a:t> No </a:t>
            </a:r>
            <a:r>
              <a:rPr lang="en-US" sz="1600" dirty="0">
                <a:latin typeface="Times New Roman" panose="02020603050405020304" pitchFamily="18" charset="0"/>
                <a:cs typeface="Times New Roman" panose="02020603050405020304" pitchFamily="18" charset="0"/>
              </a:rPr>
              <a:t>- CUSB2302222005</a:t>
            </a:r>
          </a:p>
          <a:p>
            <a:pPr algn="ctr"/>
            <a:r>
              <a:rPr lang="en-GB"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SEMESTER - III</a:t>
            </a:r>
            <a:endParaRPr lang="en-IN" sz="16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GB" sz="1600" b="1" dirty="0">
                <a:effectLst/>
                <a:latin typeface="Times New Roman" panose="02020603050405020304" pitchFamily="18" charset="0"/>
                <a:ea typeface="Times New Roman" panose="02020603050405020304" pitchFamily="18" charset="0"/>
                <a:cs typeface="Times New Roman" panose="02020603050405020304" pitchFamily="18" charset="0"/>
              </a:rPr>
              <a:t>     [SESSION: 2023-2025]</a:t>
            </a:r>
            <a:endParaRPr lang="en-IN" sz="16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9133E04-EB6D-14F2-7123-5713637FDB6D}"/>
              </a:ext>
            </a:extLst>
          </p:cNvPr>
          <p:cNvSpPr txBox="1"/>
          <p:nvPr/>
        </p:nvSpPr>
        <p:spPr>
          <a:xfrm>
            <a:off x="0" y="3167219"/>
            <a:ext cx="5049519" cy="116955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    Under Supervision of </a:t>
            </a:r>
          </a:p>
          <a:p>
            <a:pPr algn="ctr"/>
            <a:r>
              <a:rPr lang="en-US" b="1" dirty="0">
                <a:latin typeface="Times New Roman" panose="02020603050405020304" pitchFamily="18" charset="0"/>
                <a:cs typeface="Times New Roman" panose="02020603050405020304" pitchFamily="18" charset="0"/>
              </a:rPr>
              <a:t>         Dr . </a:t>
            </a:r>
            <a:r>
              <a:rPr lang="en-US" b="1" dirty="0" err="1">
                <a:latin typeface="Times New Roman" panose="02020603050405020304" pitchFamily="18" charset="0"/>
                <a:cs typeface="Times New Roman" panose="02020603050405020304" pitchFamily="18" charset="0"/>
              </a:rPr>
              <a:t>Indrajeet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kumar</a:t>
            </a:r>
            <a:endParaRPr lang="en-US" b="1" dirty="0">
              <a:latin typeface="Times New Roman" panose="02020603050405020304" pitchFamily="18" charset="0"/>
              <a:cs typeface="Times New Roman" panose="02020603050405020304" pitchFamily="18" charset="0"/>
            </a:endParaRPr>
          </a:p>
          <a:p>
            <a:pPr algn="ctr"/>
            <a:r>
              <a:rPr lang="en-US" sz="1600" b="1" dirty="0">
                <a:effectLst/>
                <a:latin typeface="Times New Roman" panose="02020603050405020304" pitchFamily="18" charset="0"/>
                <a:ea typeface="Trebuchet MS" panose="020B0603020202020204" pitchFamily="34" charset="0"/>
                <a:cs typeface="Times New Roman" panose="02020603050405020304" pitchFamily="18" charset="0"/>
              </a:rPr>
              <a:t>Assistant Profess</a:t>
            </a:r>
            <a:r>
              <a:rPr lang="en-US" sz="1600" b="1" dirty="0">
                <a:latin typeface="Times New Roman" panose="02020603050405020304" pitchFamily="18" charset="0"/>
                <a:ea typeface="Trebuchet MS" panose="020B0603020202020204" pitchFamily="34" charset="0"/>
                <a:cs typeface="Times New Roman" panose="02020603050405020304" pitchFamily="18" charset="0"/>
              </a:rPr>
              <a:t>or</a:t>
            </a:r>
            <a:endParaRPr lang="en-IN" sz="1600" b="1" dirty="0">
              <a:effectLst/>
              <a:latin typeface="Trebuchet MS" panose="020B0603020202020204" pitchFamily="34" charset="0"/>
              <a:ea typeface="Trebuchet MS" panose="020B0603020202020204" pitchFamily="34"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647030A-7001-6E49-D5E9-6754C596A092}"/>
              </a:ext>
            </a:extLst>
          </p:cNvPr>
          <p:cNvSpPr txBox="1"/>
          <p:nvPr/>
        </p:nvSpPr>
        <p:spPr>
          <a:xfrm>
            <a:off x="1672590" y="721088"/>
            <a:ext cx="9046210" cy="369332"/>
          </a:xfrm>
          <a:prstGeom prst="rect">
            <a:avLst/>
          </a:prstGeom>
          <a:noFill/>
        </p:spPr>
        <p:txBody>
          <a:bodyPr wrap="square">
            <a:spAutoFit/>
          </a:bodyPr>
          <a:lstStyle/>
          <a:p>
            <a:r>
              <a:rPr lang="en-US" sz="1800" b="1" dirty="0">
                <a:effectLst/>
                <a:latin typeface="Book Antiqua" panose="02040602050305030304" pitchFamily="18" charset="0"/>
                <a:ea typeface="Calibri" panose="020F0502020204030204" pitchFamily="34" charset="0"/>
                <a:cs typeface="Calibri" panose="020F0502020204030204" pitchFamily="34" charset="0"/>
              </a:rPr>
              <a:t>Prediction of Air Quality Index for Mumbai Region: A Machine Learning Approach</a:t>
            </a:r>
            <a:endParaRPr lang="en-IN" dirty="0"/>
          </a:p>
        </p:txBody>
      </p:sp>
    </p:spTree>
    <p:extLst>
      <p:ext uri="{BB962C8B-B14F-4D97-AF65-F5344CB8AC3E}">
        <p14:creationId xmlns:p14="http://schemas.microsoft.com/office/powerpoint/2010/main" val="257938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BA5A-C6AF-87FE-0441-7C5981855979}"/>
              </a:ext>
            </a:extLst>
          </p:cNvPr>
          <p:cNvSpPr>
            <a:spLocks noGrp="1"/>
          </p:cNvSpPr>
          <p:nvPr>
            <p:ph type="ctrTitle"/>
          </p:nvPr>
        </p:nvSpPr>
        <p:spPr>
          <a:xfrm>
            <a:off x="1463039" y="2104102"/>
            <a:ext cx="5134405" cy="3065305"/>
          </a:xfrm>
        </p:spPr>
        <p:txBody>
          <a:bodyPr/>
          <a:lstStyle/>
          <a:p>
            <a:r>
              <a:rPr lang="en-US" sz="3600" b="1" dirty="0"/>
              <a:t>Prediction of Air Quality Index for Mumbai Region: A Machine Learning Approach</a:t>
            </a:r>
            <a:br>
              <a:rPr lang="en-US" sz="3600" dirty="0"/>
            </a:br>
            <a:endParaRPr lang="en-IN" sz="3600" dirty="0"/>
          </a:p>
        </p:txBody>
      </p:sp>
      <p:pic>
        <p:nvPicPr>
          <p:cNvPr id="7" name="Picture Placeholder 6">
            <a:extLst>
              <a:ext uri="{FF2B5EF4-FFF2-40B4-BE49-F238E27FC236}">
                <a16:creationId xmlns:a16="http://schemas.microsoft.com/office/drawing/2014/main" id="{E810CF04-0086-BBF3-75B3-2347AEF372C2}"/>
              </a:ext>
            </a:extLst>
          </p:cNvPr>
          <p:cNvPicPr>
            <a:picLocks noGrp="1" noChangeAspect="1"/>
          </p:cNvPicPr>
          <p:nvPr>
            <p:ph type="pic" sz="quarter" idx="10"/>
          </p:nvPr>
        </p:nvPicPr>
        <p:blipFill>
          <a:blip r:embed="rId2"/>
          <a:srcRect t="4096" b="4096"/>
          <a:stretch>
            <a:fillRect/>
          </a:stretch>
        </p:blipFill>
        <p:spPr/>
      </p:pic>
    </p:spTree>
    <p:extLst>
      <p:ext uri="{BB962C8B-B14F-4D97-AF65-F5344CB8AC3E}">
        <p14:creationId xmlns:p14="http://schemas.microsoft.com/office/powerpoint/2010/main" val="4097023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DB732-6FD3-D0DA-92AF-1D7A68E3A3EE}"/>
              </a:ext>
            </a:extLst>
          </p:cNvPr>
          <p:cNvSpPr>
            <a:spLocks noGrp="1"/>
          </p:cNvSpPr>
          <p:nvPr>
            <p:ph type="title"/>
          </p:nvPr>
        </p:nvSpPr>
        <p:spPr/>
        <p:txBody>
          <a:bodyPr/>
          <a:lstStyle/>
          <a:p>
            <a:r>
              <a:rPr lang="en-US" dirty="0"/>
              <a:t>Objective </a:t>
            </a:r>
          </a:p>
        </p:txBody>
      </p:sp>
      <p:sp>
        <p:nvSpPr>
          <p:cNvPr id="13" name="Text Placeholder 12">
            <a:extLst>
              <a:ext uri="{FF2B5EF4-FFF2-40B4-BE49-F238E27FC236}">
                <a16:creationId xmlns:a16="http://schemas.microsoft.com/office/drawing/2014/main" id="{986D0EB4-87A1-9926-18A9-F1A65DC20A57}"/>
              </a:ext>
            </a:extLst>
          </p:cNvPr>
          <p:cNvSpPr>
            <a:spLocks noGrp="1"/>
          </p:cNvSpPr>
          <p:nvPr>
            <p:ph type="body" idx="1"/>
          </p:nvPr>
        </p:nvSpPr>
        <p:spPr>
          <a:xfrm>
            <a:off x="838200" y="1923685"/>
            <a:ext cx="10268712" cy="1505315"/>
          </a:xfrm>
        </p:spPr>
        <p:txBody>
          <a:bodyPr>
            <a:normAutofit/>
          </a:bodyPr>
          <a:lstStyle/>
          <a:p>
            <a:pPr algn="just"/>
            <a:r>
              <a:rPr lang="en-US" sz="1600" dirty="0">
                <a:latin typeface="+mj-lt"/>
              </a:rPr>
              <a:t>. </a:t>
            </a:r>
          </a:p>
          <a:p>
            <a:pPr algn="just"/>
            <a:endParaRPr lang="en-US" sz="1600" dirty="0">
              <a:latin typeface="+mj-lt"/>
            </a:endParaRPr>
          </a:p>
        </p:txBody>
      </p:sp>
      <p:sp>
        <p:nvSpPr>
          <p:cNvPr id="21" name="Content Placeholder 20">
            <a:extLst>
              <a:ext uri="{FF2B5EF4-FFF2-40B4-BE49-F238E27FC236}">
                <a16:creationId xmlns:a16="http://schemas.microsoft.com/office/drawing/2014/main" id="{4A6AD7D6-3293-B4C1-4263-E02BE31B4FF8}"/>
              </a:ext>
            </a:extLst>
          </p:cNvPr>
          <p:cNvSpPr>
            <a:spLocks noGrp="1"/>
          </p:cNvSpPr>
          <p:nvPr>
            <p:ph sz="half" idx="13"/>
          </p:nvPr>
        </p:nvSpPr>
        <p:spPr/>
        <p:txBody>
          <a:bodyPr/>
          <a:lstStyle/>
          <a:p>
            <a:r>
              <a:rPr lang="en-US" dirty="0"/>
              <a:t>Iterative approaches to corporate strategy</a:t>
            </a:r>
          </a:p>
          <a:p>
            <a:r>
              <a:rPr lang="en-US" dirty="0"/>
              <a:t>Establish a management framework from the inside</a:t>
            </a:r>
          </a:p>
        </p:txBody>
      </p:sp>
      <p:sp>
        <p:nvSpPr>
          <p:cNvPr id="15" name="Text Placeholder 14">
            <a:extLst>
              <a:ext uri="{FF2B5EF4-FFF2-40B4-BE49-F238E27FC236}">
                <a16:creationId xmlns:a16="http://schemas.microsoft.com/office/drawing/2014/main" id="{E309F894-D6ED-3B69-812A-EDD9C07D6D35}"/>
              </a:ext>
            </a:extLst>
          </p:cNvPr>
          <p:cNvSpPr>
            <a:spLocks noGrp="1"/>
          </p:cNvSpPr>
          <p:nvPr>
            <p:ph type="body" idx="3"/>
          </p:nvPr>
        </p:nvSpPr>
        <p:spPr/>
        <p:txBody>
          <a:bodyPr/>
          <a:lstStyle/>
          <a:p>
            <a:r>
              <a:rPr lang="en-US" dirty="0"/>
              <a:t>.</a:t>
            </a:r>
          </a:p>
          <a:p>
            <a:endParaRPr lang="en-US" dirty="0"/>
          </a:p>
        </p:txBody>
      </p:sp>
      <p:sp>
        <p:nvSpPr>
          <p:cNvPr id="29" name="Slide Number Placeholder 28">
            <a:extLst>
              <a:ext uri="{FF2B5EF4-FFF2-40B4-BE49-F238E27FC236}">
                <a16:creationId xmlns:a16="http://schemas.microsoft.com/office/drawing/2014/main" id="{3322B0EB-0749-E394-7D78-05C325473050}"/>
              </a:ext>
            </a:extLst>
          </p:cNvPr>
          <p:cNvSpPr>
            <a:spLocks noGrp="1"/>
          </p:cNvSpPr>
          <p:nvPr>
            <p:ph type="sldNum" sz="quarter" idx="12"/>
          </p:nvPr>
        </p:nvSpPr>
        <p:spPr/>
        <p:txBody>
          <a:bodyPr/>
          <a:lstStyle/>
          <a:p>
            <a:fld id="{8D0AFDD5-844D-364D-8AEC-50CF4D36D55D}" type="slidenum">
              <a:rPr lang="en-US" smtClean="0"/>
              <a:pPr/>
              <a:t>3</a:t>
            </a:fld>
            <a:endParaRPr lang="en-US" dirty="0"/>
          </a:p>
        </p:txBody>
      </p:sp>
      <p:sp>
        <p:nvSpPr>
          <p:cNvPr id="28" name="Footer Placeholder 27">
            <a:extLst>
              <a:ext uri="{FF2B5EF4-FFF2-40B4-BE49-F238E27FC236}">
                <a16:creationId xmlns:a16="http://schemas.microsoft.com/office/drawing/2014/main" id="{36FE9B74-96B4-4C88-49C9-E2D42BDCD20D}"/>
              </a:ext>
            </a:extLst>
          </p:cNvPr>
          <p:cNvSpPr>
            <a:spLocks noGrp="1"/>
          </p:cNvSpPr>
          <p:nvPr>
            <p:ph type="ftr" sz="quarter" idx="11"/>
          </p:nvPr>
        </p:nvSpPr>
        <p:spPr/>
        <p:txBody>
          <a:bodyPr/>
          <a:lstStyle/>
          <a:p>
            <a:r>
              <a:rPr lang="en-US" dirty="0"/>
              <a:t>Project proposal </a:t>
            </a:r>
          </a:p>
        </p:txBody>
      </p:sp>
      <p:sp>
        <p:nvSpPr>
          <p:cNvPr id="27" name="Date Placeholder 26">
            <a:extLst>
              <a:ext uri="{FF2B5EF4-FFF2-40B4-BE49-F238E27FC236}">
                <a16:creationId xmlns:a16="http://schemas.microsoft.com/office/drawing/2014/main" id="{8A78422D-0122-1218-F0A5-9EF64D22D921}"/>
              </a:ext>
            </a:extLst>
          </p:cNvPr>
          <p:cNvSpPr>
            <a:spLocks noGrp="1"/>
          </p:cNvSpPr>
          <p:nvPr>
            <p:ph type="dt" sz="half" idx="10"/>
          </p:nvPr>
        </p:nvSpPr>
        <p:spPr/>
        <p:txBody>
          <a:bodyPr/>
          <a:lstStyle/>
          <a:p>
            <a:r>
              <a:rPr lang="en-US" dirty="0"/>
              <a:t>2024</a:t>
            </a:r>
          </a:p>
        </p:txBody>
      </p:sp>
      <p:sp>
        <p:nvSpPr>
          <p:cNvPr id="8" name="TextBox 7">
            <a:extLst>
              <a:ext uri="{FF2B5EF4-FFF2-40B4-BE49-F238E27FC236}">
                <a16:creationId xmlns:a16="http://schemas.microsoft.com/office/drawing/2014/main" id="{9F0631F7-FB5E-06F6-336F-0ABC6189544E}"/>
              </a:ext>
            </a:extLst>
          </p:cNvPr>
          <p:cNvSpPr txBox="1"/>
          <p:nvPr/>
        </p:nvSpPr>
        <p:spPr>
          <a:xfrm>
            <a:off x="5771535" y="2900516"/>
            <a:ext cx="184731" cy="369332"/>
          </a:xfrm>
          <a:prstGeom prst="rect">
            <a:avLst/>
          </a:prstGeom>
          <a:noFill/>
        </p:spPr>
        <p:txBody>
          <a:bodyPr wrap="none" rtlCol="0">
            <a:spAutoFit/>
          </a:bodyPr>
          <a:lstStyle/>
          <a:p>
            <a:endParaRPr lang="en-IN" dirty="0"/>
          </a:p>
        </p:txBody>
      </p:sp>
      <p:sp>
        <p:nvSpPr>
          <p:cNvPr id="9" name="TextBox 8">
            <a:extLst>
              <a:ext uri="{FF2B5EF4-FFF2-40B4-BE49-F238E27FC236}">
                <a16:creationId xmlns:a16="http://schemas.microsoft.com/office/drawing/2014/main" id="{F28A2CB1-C2F6-AFFA-2C89-3B0FF40F13F8}"/>
              </a:ext>
            </a:extLst>
          </p:cNvPr>
          <p:cNvSpPr txBox="1"/>
          <p:nvPr/>
        </p:nvSpPr>
        <p:spPr>
          <a:xfrm>
            <a:off x="1455175" y="2049779"/>
            <a:ext cx="9517626" cy="1200329"/>
          </a:xfrm>
          <a:prstGeom prst="rect">
            <a:avLst/>
          </a:prstGeom>
          <a:noFill/>
        </p:spPr>
        <p:txBody>
          <a:bodyPr wrap="square" rtlCol="0">
            <a:spAutoFit/>
          </a:bodyPr>
          <a:lstStyle/>
          <a:p>
            <a:r>
              <a:rPr lang="en-US" sz="1800" dirty="0">
                <a:latin typeface="Calisto MT" panose="02040603050505030304" pitchFamily="18" charset="0"/>
              </a:rPr>
              <a:t>Mumbai faces </a:t>
            </a:r>
            <a:r>
              <a:rPr lang="en-US" sz="1800" b="1" dirty="0">
                <a:latin typeface="Calisto MT" panose="02040603050505030304" pitchFamily="18" charset="0"/>
              </a:rPr>
              <a:t>ongoing</a:t>
            </a:r>
            <a:r>
              <a:rPr lang="en-US" sz="1800" dirty="0">
                <a:latin typeface="Calisto MT" panose="02040603050505030304" pitchFamily="18" charset="0"/>
              </a:rPr>
              <a:t> air pollution challenges due to rapid urbanization, dense population, and industrial activity. The primary objective of this project is to analyze and predict the Air Quality Index (AQI) in Mumbai using machine learning algorithms.</a:t>
            </a:r>
            <a:endParaRPr lang="en-US" sz="2000" dirty="0">
              <a:latin typeface="Calisto MT" panose="02040603050505030304" pitchFamily="18" charset="0"/>
            </a:endParaRPr>
          </a:p>
          <a:p>
            <a:endParaRPr lang="en-IN" dirty="0"/>
          </a:p>
        </p:txBody>
      </p:sp>
      <p:sp>
        <p:nvSpPr>
          <p:cNvPr id="10" name="TextBox 9">
            <a:extLst>
              <a:ext uri="{FF2B5EF4-FFF2-40B4-BE49-F238E27FC236}">
                <a16:creationId xmlns:a16="http://schemas.microsoft.com/office/drawing/2014/main" id="{A575BD9A-15FF-F92D-46BB-C80D868E22AE}"/>
              </a:ext>
            </a:extLst>
          </p:cNvPr>
          <p:cNvSpPr txBox="1"/>
          <p:nvPr/>
        </p:nvSpPr>
        <p:spPr>
          <a:xfrm>
            <a:off x="1337187" y="4176288"/>
            <a:ext cx="9517626" cy="1200329"/>
          </a:xfrm>
          <a:prstGeom prst="rect">
            <a:avLst/>
          </a:prstGeom>
          <a:noFill/>
        </p:spPr>
        <p:txBody>
          <a:bodyPr wrap="square" rtlCol="0">
            <a:spAutoFit/>
          </a:bodyPr>
          <a:lstStyle/>
          <a:p>
            <a:r>
              <a:rPr lang="en-US" dirty="0">
                <a:latin typeface="Calisto MT" panose="02040603050505030304" pitchFamily="18" charset="0"/>
              </a:rPr>
              <a:t>By identifying patterns in pollutant concentrations and weather data, this project aims to forecast Air Quality Index levels accurately and provide insights into reducing pollution in the city. This model will serve as a tool to inform make decisions, enhance pollution control measures, and improve public health in Mumbai.</a:t>
            </a:r>
            <a:endParaRPr lang="en-IN" dirty="0">
              <a:latin typeface="Calisto MT" panose="02040603050505030304" pitchFamily="18" charset="0"/>
            </a:endParaRPr>
          </a:p>
        </p:txBody>
      </p:sp>
    </p:spTree>
    <p:extLst>
      <p:ext uri="{BB962C8B-B14F-4D97-AF65-F5344CB8AC3E}">
        <p14:creationId xmlns:p14="http://schemas.microsoft.com/office/powerpoint/2010/main" val="1646725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anim calcmode="lin" valueType="num">
                                      <p:cBhvr>
                                        <p:cTn id="11" dur="1000" fill="hold"/>
                                        <p:tgtEl>
                                          <p:spTgt spid="9"/>
                                        </p:tgtEl>
                                        <p:attrNameLst>
                                          <p:attrName>ppt_x</p:attrName>
                                        </p:attrNameLst>
                                      </p:cBhvr>
                                      <p:tavLst>
                                        <p:tav tm="0">
                                          <p:val>
                                            <p:strVal val="#ppt_x"/>
                                          </p:val>
                                        </p:tav>
                                        <p:tav tm="100000">
                                          <p:val>
                                            <p:strVal val="#ppt_x"/>
                                          </p:val>
                                        </p:tav>
                                      </p:tavLst>
                                    </p:anim>
                                    <p:anim calcmode="lin" valueType="num">
                                      <p:cBhvr>
                                        <p:cTn id="12" dur="1000" fill="hold"/>
                                        <p:tgtEl>
                                          <p:spTgt spid="9"/>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anim calcmode="lin" valueType="num">
                                      <p:cBhvr>
                                        <p:cTn id="16" dur="1000" fill="hold"/>
                                        <p:tgtEl>
                                          <p:spTgt spid="10"/>
                                        </p:tgtEl>
                                        <p:attrNameLst>
                                          <p:attrName>ppt_x</p:attrName>
                                        </p:attrNameLst>
                                      </p:cBhvr>
                                      <p:tavLst>
                                        <p:tav tm="0">
                                          <p:val>
                                            <p:strVal val="#ppt_x"/>
                                          </p:val>
                                        </p:tav>
                                        <p:tav tm="100000">
                                          <p:val>
                                            <p:strVal val="#ppt_x"/>
                                          </p:val>
                                        </p:tav>
                                      </p:tavLst>
                                    </p:anim>
                                    <p:anim calcmode="lin" valueType="num">
                                      <p:cBhvr>
                                        <p:cTn id="1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4</a:t>
            </a:fld>
            <a:endParaRPr lang="en-US" noProof="0"/>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12" name="TextBox 11">
            <a:extLst>
              <a:ext uri="{FF2B5EF4-FFF2-40B4-BE49-F238E27FC236}">
                <a16:creationId xmlns:a16="http://schemas.microsoft.com/office/drawing/2014/main" id="{EBB6BF3D-AC99-7395-E646-5A77C7281A74}"/>
              </a:ext>
            </a:extLst>
          </p:cNvPr>
          <p:cNvSpPr txBox="1"/>
          <p:nvPr/>
        </p:nvSpPr>
        <p:spPr>
          <a:xfrm>
            <a:off x="636785" y="2944793"/>
            <a:ext cx="10632440" cy="2308324"/>
          </a:xfrm>
          <a:prstGeom prst="rect">
            <a:avLst/>
          </a:prstGeom>
          <a:noFill/>
        </p:spPr>
        <p:txBody>
          <a:bodyPr wrap="square">
            <a:spAutoFit/>
          </a:bodyPr>
          <a:lstStyle/>
          <a:p>
            <a:pPr algn="just"/>
            <a:r>
              <a:rPr lang="en-US" dirty="0">
                <a:latin typeface="Aptos Narrow" panose="020B0004020202020204" pitchFamily="34" charset="0"/>
              </a:rPr>
              <a:t>Mumbai, spanning an area of 603.4 km², is located on the western coast of India, along the Arabian Sea, with a latitude range from 18.887 to 19.271°N and a longitude range from 72.775 to 72.978°E. Governed by the Maharashtra state government and the Brihanmumbai Municipal Corporation (BMC), Mumbai is the financial capital of India and one of the most densely populated cities globally. As of the 2011 census, it is home to approximately 12.4 million residents, making it the most populous city in India. This dense population, along with rapid urban and economic development, has led to significant air quality challenges in the city.</a:t>
            </a:r>
          </a:p>
          <a:p>
            <a:endParaRPr lang="en-US" dirty="0"/>
          </a:p>
          <a:p>
            <a:endParaRPr lang="en-US" dirty="0"/>
          </a:p>
        </p:txBody>
      </p:sp>
      <p:sp>
        <p:nvSpPr>
          <p:cNvPr id="3" name="TextBox 2">
            <a:extLst>
              <a:ext uri="{FF2B5EF4-FFF2-40B4-BE49-F238E27FC236}">
                <a16:creationId xmlns:a16="http://schemas.microsoft.com/office/drawing/2014/main" id="{D9A4A9D7-1C2E-83F1-F70A-7D97E8A2269D}"/>
              </a:ext>
            </a:extLst>
          </p:cNvPr>
          <p:cNvSpPr txBox="1"/>
          <p:nvPr/>
        </p:nvSpPr>
        <p:spPr>
          <a:xfrm>
            <a:off x="679965" y="1401402"/>
            <a:ext cx="10269220" cy="646331"/>
          </a:xfrm>
          <a:prstGeom prst="rect">
            <a:avLst/>
          </a:prstGeom>
          <a:noFill/>
        </p:spPr>
        <p:txBody>
          <a:bodyPr wrap="square">
            <a:spAutoFit/>
          </a:bodyPr>
          <a:lstStyle/>
          <a:p>
            <a:r>
              <a:rPr lang="en-IN" sz="1800" dirty="0">
                <a:effectLst/>
                <a:latin typeface="Aptos Narrow" panose="020B0004020202020204" pitchFamily="34" charset="0"/>
                <a:ea typeface="Calibri" panose="020F0502020204030204" pitchFamily="34" charset="0"/>
                <a:cs typeface="Calibri" panose="020F0502020204030204" pitchFamily="34" charset="0"/>
              </a:rPr>
              <a:t>Moreover, as one of India’s busiest cities for tourism and business, Mumbai’s air pollution can leave a lasting negative impression on visitors while affecting the quality of life for its residents.</a:t>
            </a:r>
            <a:endParaRPr lang="en-IN" dirty="0">
              <a:latin typeface="Aptos Narrow" panose="020B0004020202020204" pitchFamily="34" charset="0"/>
            </a:endParaRPr>
          </a:p>
        </p:txBody>
      </p:sp>
      <p:sp>
        <p:nvSpPr>
          <p:cNvPr id="5" name="TextBox 4">
            <a:extLst>
              <a:ext uri="{FF2B5EF4-FFF2-40B4-BE49-F238E27FC236}">
                <a16:creationId xmlns:a16="http://schemas.microsoft.com/office/drawing/2014/main" id="{02892D9D-3B23-981A-A190-552922A1E3B9}"/>
              </a:ext>
            </a:extLst>
          </p:cNvPr>
          <p:cNvSpPr txBox="1"/>
          <p:nvPr/>
        </p:nvSpPr>
        <p:spPr>
          <a:xfrm>
            <a:off x="679965" y="768206"/>
            <a:ext cx="6101080" cy="461665"/>
          </a:xfrm>
          <a:prstGeom prst="rect">
            <a:avLst/>
          </a:prstGeom>
          <a:noFill/>
        </p:spPr>
        <p:txBody>
          <a:bodyPr wrap="square">
            <a:spAutoFit/>
          </a:bodyPr>
          <a:lstStyle/>
          <a:p>
            <a:pPr algn="just"/>
            <a:r>
              <a:rPr lang="en-US" sz="2400" b="1" dirty="0">
                <a:latin typeface="Aptos Narrow" panose="020B0004020202020204" pitchFamily="34" charset="0"/>
              </a:rPr>
              <a:t>Mumbai Air Pollution</a:t>
            </a:r>
          </a:p>
        </p:txBody>
      </p:sp>
    </p:spTree>
    <p:extLst>
      <p:ext uri="{BB962C8B-B14F-4D97-AF65-F5344CB8AC3E}">
        <p14:creationId xmlns:p14="http://schemas.microsoft.com/office/powerpoint/2010/main" val="2240597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4827BC-1867-4AEF-8917-48108BFA283D}"/>
              </a:ext>
            </a:extLst>
          </p:cNvPr>
          <p:cNvSpPr>
            <a:spLocks noGrp="1"/>
          </p:cNvSpPr>
          <p:nvPr>
            <p:ph type="title"/>
          </p:nvPr>
        </p:nvSpPr>
        <p:spPr>
          <a:xfrm>
            <a:off x="230124" y="457200"/>
            <a:ext cx="11731752" cy="1184788"/>
          </a:xfrm>
        </p:spPr>
        <p:txBody>
          <a:bodyPr/>
          <a:lstStyle/>
          <a:p>
            <a:r>
              <a:rPr lang="en-IN" dirty="0"/>
              <a:t>Methodology </a:t>
            </a:r>
            <a:r>
              <a:rPr lang="en-US" sz="2000" dirty="0">
                <a:latin typeface="Calibri Light" panose="020F0302020204030204" pitchFamily="34" charset="0"/>
                <a:ea typeface="Calibri Light" panose="020F0302020204030204" pitchFamily="34" charset="0"/>
                <a:cs typeface="Calibri Light" panose="020F0302020204030204" pitchFamily="34" charset="0"/>
              </a:rPr>
              <a:t>The project will involve the following steps</a:t>
            </a:r>
            <a:endParaRPr lang="en-US" sz="2000" dirty="0"/>
          </a:p>
        </p:txBody>
      </p:sp>
      <p:pic>
        <p:nvPicPr>
          <p:cNvPr id="23" name="Picture Placeholder 22">
            <a:extLst>
              <a:ext uri="{FF2B5EF4-FFF2-40B4-BE49-F238E27FC236}">
                <a16:creationId xmlns:a16="http://schemas.microsoft.com/office/drawing/2014/main" id="{328809D6-74EB-4AE9-A789-42A189ABA20D}"/>
              </a:ext>
            </a:extLst>
          </p:cNvPr>
          <p:cNvPicPr>
            <a:picLocks noGrp="1" noChangeAspect="1"/>
          </p:cNvPicPr>
          <p:nvPr>
            <p:ph type="pic" sz="quarter" idx="10"/>
          </p:nvPr>
        </p:nvPicPr>
        <p:blipFill>
          <a:blip r:embed="rId3"/>
          <a:srcRect/>
          <a:stretch/>
        </p:blipFill>
        <p:spPr>
          <a:xfrm>
            <a:off x="1361591" y="2616354"/>
            <a:ext cx="887413" cy="889000"/>
          </a:xfrm>
        </p:spPr>
      </p:pic>
      <p:sp>
        <p:nvSpPr>
          <p:cNvPr id="18" name="Text Placeholder 17">
            <a:extLst>
              <a:ext uri="{FF2B5EF4-FFF2-40B4-BE49-F238E27FC236}">
                <a16:creationId xmlns:a16="http://schemas.microsoft.com/office/drawing/2014/main" id="{4E091A31-7866-4F47-B0CF-3293835EEDE8}"/>
              </a:ext>
            </a:extLst>
          </p:cNvPr>
          <p:cNvSpPr>
            <a:spLocks noGrp="1"/>
          </p:cNvSpPr>
          <p:nvPr>
            <p:ph type="body" sz="quarter" idx="18"/>
          </p:nvPr>
        </p:nvSpPr>
        <p:spPr>
          <a:xfrm>
            <a:off x="233457" y="4019516"/>
            <a:ext cx="2585943" cy="369311"/>
          </a:xfrm>
        </p:spPr>
        <p:txBody>
          <a:bodyPr/>
          <a:lstStyle/>
          <a:p>
            <a:r>
              <a:rPr lang="en-IN" dirty="0"/>
              <a:t>Data Preprocessing</a:t>
            </a:r>
            <a:endParaRPr lang="en-US" dirty="0"/>
          </a:p>
        </p:txBody>
      </p:sp>
      <p:pic>
        <p:nvPicPr>
          <p:cNvPr id="37" name="Picture Placeholder 36">
            <a:extLst>
              <a:ext uri="{FF2B5EF4-FFF2-40B4-BE49-F238E27FC236}">
                <a16:creationId xmlns:a16="http://schemas.microsoft.com/office/drawing/2014/main" id="{808BB55A-E218-4F23-8F36-9631520FC9E6}"/>
              </a:ext>
            </a:extLst>
          </p:cNvPr>
          <p:cNvPicPr>
            <a:picLocks noGrp="1" noChangeAspect="1"/>
          </p:cNvPicPr>
          <p:nvPr>
            <p:ph type="pic" sz="quarter" idx="11"/>
          </p:nvPr>
        </p:nvPicPr>
        <p:blipFill>
          <a:blip r:embed="rId4"/>
          <a:srcRect/>
          <a:stretch/>
        </p:blipFill>
        <p:spPr>
          <a:xfrm>
            <a:off x="4420929" y="2616354"/>
            <a:ext cx="887413" cy="889000"/>
          </a:xfrm>
        </p:spPr>
      </p:pic>
      <p:sp>
        <p:nvSpPr>
          <p:cNvPr id="19" name="Text Placeholder 18">
            <a:extLst>
              <a:ext uri="{FF2B5EF4-FFF2-40B4-BE49-F238E27FC236}">
                <a16:creationId xmlns:a16="http://schemas.microsoft.com/office/drawing/2014/main" id="{B350F797-AA8E-422D-B1BE-31919E5E8542}"/>
              </a:ext>
            </a:extLst>
          </p:cNvPr>
          <p:cNvSpPr>
            <a:spLocks noGrp="1"/>
          </p:cNvSpPr>
          <p:nvPr>
            <p:ph type="body" sz="quarter" idx="19"/>
          </p:nvPr>
        </p:nvSpPr>
        <p:spPr>
          <a:xfrm>
            <a:off x="3281457" y="4019516"/>
            <a:ext cx="2585943" cy="369311"/>
          </a:xfrm>
        </p:spPr>
        <p:txBody>
          <a:bodyPr/>
          <a:lstStyle/>
          <a:p>
            <a:r>
              <a:rPr lang="en-IN" dirty="0"/>
              <a:t>Model Development</a:t>
            </a:r>
            <a:endParaRPr lang="en-US" dirty="0"/>
          </a:p>
        </p:txBody>
      </p:sp>
      <p:pic>
        <p:nvPicPr>
          <p:cNvPr id="50" name="Picture Placeholder 49">
            <a:extLst>
              <a:ext uri="{FF2B5EF4-FFF2-40B4-BE49-F238E27FC236}">
                <a16:creationId xmlns:a16="http://schemas.microsoft.com/office/drawing/2014/main" id="{8FAF4296-69A8-4B30-9839-88B547122910}"/>
              </a:ext>
            </a:extLst>
          </p:cNvPr>
          <p:cNvPicPr>
            <a:picLocks noGrp="1" noChangeAspect="1"/>
          </p:cNvPicPr>
          <p:nvPr>
            <p:ph type="pic" sz="quarter" idx="12"/>
          </p:nvPr>
        </p:nvPicPr>
        <p:blipFill>
          <a:blip r:embed="rId5"/>
          <a:srcRect/>
          <a:stretch/>
        </p:blipFill>
        <p:spPr>
          <a:xfrm>
            <a:off x="7407299" y="2616354"/>
            <a:ext cx="887413" cy="889000"/>
          </a:xfrm>
        </p:spPr>
      </p:pic>
      <p:sp>
        <p:nvSpPr>
          <p:cNvPr id="20" name="Text Placeholder 19">
            <a:extLst>
              <a:ext uri="{FF2B5EF4-FFF2-40B4-BE49-F238E27FC236}">
                <a16:creationId xmlns:a16="http://schemas.microsoft.com/office/drawing/2014/main" id="{4A642F3E-3C03-4E20-ABCA-E003162FC000}"/>
              </a:ext>
            </a:extLst>
          </p:cNvPr>
          <p:cNvSpPr>
            <a:spLocks noGrp="1"/>
          </p:cNvSpPr>
          <p:nvPr>
            <p:ph type="body" sz="quarter" idx="20"/>
          </p:nvPr>
        </p:nvSpPr>
        <p:spPr>
          <a:xfrm>
            <a:off x="6326144" y="4019516"/>
            <a:ext cx="2585943" cy="889000"/>
          </a:xfrm>
        </p:spPr>
        <p:txBody>
          <a:bodyPr/>
          <a:lstStyle/>
          <a:p>
            <a:r>
              <a:rPr lang="en-IN" dirty="0"/>
              <a:t>Model Evaluation          &amp; </a:t>
            </a:r>
          </a:p>
          <a:p>
            <a:r>
              <a:rPr lang="en-IN" dirty="0"/>
              <a:t>Feature Importance</a:t>
            </a:r>
            <a:endParaRPr lang="en-US" dirty="0"/>
          </a:p>
        </p:txBody>
      </p:sp>
      <p:pic>
        <p:nvPicPr>
          <p:cNvPr id="41" name="Picture Placeholder 40">
            <a:extLst>
              <a:ext uri="{FF2B5EF4-FFF2-40B4-BE49-F238E27FC236}">
                <a16:creationId xmlns:a16="http://schemas.microsoft.com/office/drawing/2014/main" id="{62F99FB0-410C-43BA-A2EB-190B8F5F349A}"/>
              </a:ext>
            </a:extLst>
          </p:cNvPr>
          <p:cNvPicPr>
            <a:picLocks noGrp="1" noChangeAspect="1"/>
          </p:cNvPicPr>
          <p:nvPr>
            <p:ph type="pic" sz="quarter" idx="13"/>
          </p:nvPr>
        </p:nvPicPr>
        <p:blipFill>
          <a:blip r:embed="rId6"/>
          <a:srcRect/>
          <a:stretch/>
        </p:blipFill>
        <p:spPr>
          <a:xfrm>
            <a:off x="10456949" y="2616354"/>
            <a:ext cx="887413" cy="889000"/>
          </a:xfrm>
        </p:spPr>
      </p:pic>
      <p:sp>
        <p:nvSpPr>
          <p:cNvPr id="21" name="Text Placeholder 20">
            <a:extLst>
              <a:ext uri="{FF2B5EF4-FFF2-40B4-BE49-F238E27FC236}">
                <a16:creationId xmlns:a16="http://schemas.microsoft.com/office/drawing/2014/main" id="{77D8C714-BC59-4848-A254-B9834EBACE42}"/>
              </a:ext>
            </a:extLst>
          </p:cNvPr>
          <p:cNvSpPr>
            <a:spLocks noGrp="1"/>
          </p:cNvSpPr>
          <p:nvPr>
            <p:ph type="body" sz="quarter" idx="21"/>
          </p:nvPr>
        </p:nvSpPr>
        <p:spPr>
          <a:xfrm>
            <a:off x="9374144" y="4019516"/>
            <a:ext cx="2585943" cy="369311"/>
          </a:xfrm>
        </p:spPr>
        <p:txBody>
          <a:bodyPr/>
          <a:lstStyle/>
          <a:p>
            <a:r>
              <a:rPr lang="en-US" dirty="0"/>
              <a:t>Pred…</a:t>
            </a:r>
          </a:p>
        </p:txBody>
      </p:sp>
    </p:spTree>
    <p:extLst>
      <p:ext uri="{BB962C8B-B14F-4D97-AF65-F5344CB8AC3E}">
        <p14:creationId xmlns:p14="http://schemas.microsoft.com/office/powerpoint/2010/main" val="333302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1000"/>
                                        <p:tgtEl>
                                          <p:spTgt spid="18">
                                            <p:txEl>
                                              <p:pRg st="0" end="0"/>
                                            </p:txEl>
                                          </p:spTgt>
                                        </p:tgtEl>
                                      </p:cBhvr>
                                    </p:animEffect>
                                    <p:anim calcmode="lin" valueType="num">
                                      <p:cBhvr>
                                        <p:cTn id="18"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down)">
                                      <p:cBhvr>
                                        <p:cTn id="24" dur="500"/>
                                        <p:tgtEl>
                                          <p:spTgt spid="37"/>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9">
                                            <p:txEl>
                                              <p:pRg st="0" end="0"/>
                                            </p:txEl>
                                          </p:spTgt>
                                        </p:tgtEl>
                                        <p:attrNameLst>
                                          <p:attrName>style.visibility</p:attrName>
                                        </p:attrNameLst>
                                      </p:cBhvr>
                                      <p:to>
                                        <p:strVal val="visible"/>
                                      </p:to>
                                    </p:set>
                                    <p:animEffect transition="in" filter="fade">
                                      <p:cBhvr>
                                        <p:cTn id="27" dur="1000"/>
                                        <p:tgtEl>
                                          <p:spTgt spid="19">
                                            <p:txEl>
                                              <p:pRg st="0" end="0"/>
                                            </p:txEl>
                                          </p:spTgt>
                                        </p:tgtEl>
                                      </p:cBhvr>
                                    </p:animEffect>
                                    <p:anim calcmode="lin" valueType="num">
                                      <p:cBhvr>
                                        <p:cTn id="28"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down)">
                                      <p:cBhvr>
                                        <p:cTn id="34" dur="500"/>
                                        <p:tgtEl>
                                          <p:spTgt spid="50"/>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20">
                                            <p:txEl>
                                              <p:pRg st="0" end="0"/>
                                            </p:txEl>
                                          </p:spTgt>
                                        </p:tgtEl>
                                        <p:attrNameLst>
                                          <p:attrName>style.visibility</p:attrName>
                                        </p:attrNameLst>
                                      </p:cBhvr>
                                      <p:to>
                                        <p:strVal val="visible"/>
                                      </p:to>
                                    </p:set>
                                    <p:animEffect transition="in" filter="fade">
                                      <p:cBhvr>
                                        <p:cTn id="37" dur="1000"/>
                                        <p:tgtEl>
                                          <p:spTgt spid="20">
                                            <p:txEl>
                                              <p:pRg st="0" end="0"/>
                                            </p:txEl>
                                          </p:spTgt>
                                        </p:tgtEl>
                                      </p:cBhvr>
                                    </p:animEffect>
                                    <p:anim calcmode="lin" valueType="num">
                                      <p:cBhvr>
                                        <p:cTn id="3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39"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0">
                                            <p:txEl>
                                              <p:pRg st="1" end="1"/>
                                            </p:txEl>
                                          </p:spTgt>
                                        </p:tgtEl>
                                        <p:attrNameLst>
                                          <p:attrName>style.visibility</p:attrName>
                                        </p:attrNameLst>
                                      </p:cBhvr>
                                      <p:to>
                                        <p:strVal val="visible"/>
                                      </p:to>
                                    </p:set>
                                    <p:animEffect transition="in" filter="fade">
                                      <p:cBhvr>
                                        <p:cTn id="42" dur="1000"/>
                                        <p:tgtEl>
                                          <p:spTgt spid="20">
                                            <p:txEl>
                                              <p:pRg st="1" end="1"/>
                                            </p:txEl>
                                          </p:spTgt>
                                        </p:tgtEl>
                                      </p:cBhvr>
                                    </p:animEffect>
                                    <p:anim calcmode="lin" valueType="num">
                                      <p:cBhvr>
                                        <p:cTn id="43" dur="1000" fill="hold"/>
                                        <p:tgtEl>
                                          <p:spTgt spid="20">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2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wipe(down)">
                                      <p:cBhvr>
                                        <p:cTn id="49" dur="500"/>
                                        <p:tgtEl>
                                          <p:spTgt spid="41"/>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21">
                                            <p:txEl>
                                              <p:pRg st="0" end="0"/>
                                            </p:txEl>
                                          </p:spTgt>
                                        </p:tgtEl>
                                        <p:attrNameLst>
                                          <p:attrName>style.visibility</p:attrName>
                                        </p:attrNameLst>
                                      </p:cBhvr>
                                      <p:to>
                                        <p:strVal val="visible"/>
                                      </p:to>
                                    </p:set>
                                    <p:animEffect transition="in" filter="fade">
                                      <p:cBhvr>
                                        <p:cTn id="52" dur="1000"/>
                                        <p:tgtEl>
                                          <p:spTgt spid="21">
                                            <p:txEl>
                                              <p:pRg st="0" end="0"/>
                                            </p:txEl>
                                          </p:spTgt>
                                        </p:tgtEl>
                                      </p:cBhvr>
                                    </p:animEffect>
                                    <p:anim calcmode="lin" valueType="num">
                                      <p:cBhvr>
                                        <p:cTn id="53"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21">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build="p"/>
      <p:bldP spid="19" grpId="0" build="p"/>
      <p:bldP spid="20" grpId="0" build="p"/>
      <p:bldP spid="21"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E6F60E0-EAD1-9855-33E6-B04D8624AB9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0236568-B351-C765-FA50-C0ED43E2D76B}"/>
              </a:ext>
            </a:extLst>
          </p:cNvPr>
          <p:cNvSpPr>
            <a:spLocks noGrp="1"/>
          </p:cNvSpPr>
          <p:nvPr>
            <p:ph type="sldNum" sz="quarter" idx="12"/>
          </p:nvPr>
        </p:nvSpPr>
        <p:spPr/>
        <p:txBody>
          <a:bodyPr/>
          <a:lstStyle/>
          <a:p>
            <a:fld id="{8D0AFDD5-844D-364D-8AEC-50CF4D36D55D}" type="slidenum">
              <a:rPr lang="en-US" noProof="0" smtClean="0"/>
              <a:t>6</a:t>
            </a:fld>
            <a:endParaRPr lang="en-US" noProof="0"/>
          </a:p>
        </p:txBody>
      </p:sp>
      <p:sp>
        <p:nvSpPr>
          <p:cNvPr id="8" name="Footer Placeholder 7">
            <a:extLst>
              <a:ext uri="{FF2B5EF4-FFF2-40B4-BE49-F238E27FC236}">
                <a16:creationId xmlns:a16="http://schemas.microsoft.com/office/drawing/2014/main" id="{BBC46E9A-8DEE-3936-8335-6CA7B18C15B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42C7EE20-584F-49F7-4EF5-EDD76E39EA12}"/>
              </a:ext>
            </a:extLst>
          </p:cNvPr>
          <p:cNvSpPr>
            <a:spLocks noGrp="1"/>
          </p:cNvSpPr>
          <p:nvPr>
            <p:ph type="dt" sz="half" idx="10"/>
          </p:nvPr>
        </p:nvSpPr>
        <p:spPr/>
        <p:txBody>
          <a:bodyPr/>
          <a:lstStyle/>
          <a:p>
            <a:r>
              <a:rPr lang="en-US" noProof="0"/>
              <a:t>20XX</a:t>
            </a:r>
          </a:p>
        </p:txBody>
      </p:sp>
      <p:sp>
        <p:nvSpPr>
          <p:cNvPr id="12" name="TextBox 11">
            <a:extLst>
              <a:ext uri="{FF2B5EF4-FFF2-40B4-BE49-F238E27FC236}">
                <a16:creationId xmlns:a16="http://schemas.microsoft.com/office/drawing/2014/main" id="{0846C8C2-1974-C25D-A323-6DC14E7DF8C4}"/>
              </a:ext>
            </a:extLst>
          </p:cNvPr>
          <p:cNvSpPr txBox="1"/>
          <p:nvPr/>
        </p:nvSpPr>
        <p:spPr>
          <a:xfrm>
            <a:off x="760090" y="666904"/>
            <a:ext cx="10632440" cy="523220"/>
          </a:xfrm>
          <a:prstGeom prst="rect">
            <a:avLst/>
          </a:prstGeom>
          <a:noFill/>
        </p:spPr>
        <p:txBody>
          <a:bodyPr wrap="square">
            <a:spAutoFit/>
          </a:bodyPr>
          <a:lstStyle/>
          <a:p>
            <a:pPr algn="just"/>
            <a:r>
              <a:rPr lang="en-US" sz="2800" b="1" dirty="0">
                <a:latin typeface="Aptos Narrow" panose="020B0004020202020204" pitchFamily="34" charset="0"/>
              </a:rPr>
              <a:t>Data collection :</a:t>
            </a:r>
          </a:p>
        </p:txBody>
      </p:sp>
      <p:sp>
        <p:nvSpPr>
          <p:cNvPr id="4" name="Rectangle 3">
            <a:extLst>
              <a:ext uri="{FF2B5EF4-FFF2-40B4-BE49-F238E27FC236}">
                <a16:creationId xmlns:a16="http://schemas.microsoft.com/office/drawing/2014/main" id="{40D15D16-8346-29FC-4521-EF0BF8E5FD0E}"/>
              </a:ext>
            </a:extLst>
          </p:cNvPr>
          <p:cNvSpPr>
            <a:spLocks noChangeArrowheads="1"/>
          </p:cNvSpPr>
          <p:nvPr/>
        </p:nvSpPr>
        <p:spPr bwMode="auto">
          <a:xfrm>
            <a:off x="838200" y="1326452"/>
            <a:ext cx="1034571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Data collection for this project involved gathering historical air quality data specific to the Mumbai region from the Central Pollution Control Board (CPCB) of India. The CPCB is the primary government body responsible for monitoring and regulating air quality across the country. Data was accessed through the CPCB’s online portal, specifically the "Central Control Room for Air Quality Management - All India" [10] under the "Data Repository" section</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Rectangle 5">
            <a:extLst>
              <a:ext uri="{FF2B5EF4-FFF2-40B4-BE49-F238E27FC236}">
                <a16:creationId xmlns:a16="http://schemas.microsoft.com/office/drawing/2014/main" id="{CC687400-0AFA-6B9B-3C08-54717BA6FF3F}"/>
              </a:ext>
            </a:extLst>
          </p:cNvPr>
          <p:cNvSpPr>
            <a:spLocks noChangeArrowheads="1"/>
          </p:cNvSpPr>
          <p:nvPr/>
        </p:nvSpPr>
        <p:spPr bwMode="auto">
          <a:xfrm rot="10800000" flipV="1">
            <a:off x="760089" y="2736589"/>
            <a:ext cx="9664070" cy="2585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To obtain the data for this analysis, the following parameters were selected:</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Data Type: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Raw data (Raw)</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Frequency:</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1-day intervals</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State:</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Maharashtra</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City:</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Mumbai</a:t>
            </a: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Monitoring Stations:</a:t>
            </a: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b="0"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All available monitoring stations within Mumbai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Time Period :</a:t>
            </a:r>
            <a:r>
              <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r>
              <a:rPr kumimoji="0" lang="en-US" altLang="en-US" sz="1800" b="0" i="0" u="none" strike="noStrike" cap="none" normalizeH="0" baseline="0" dirty="0">
                <a:ln>
                  <a:noFill/>
                </a:ln>
                <a:solidFill>
                  <a:schemeClr val="tx1"/>
                </a:solidFill>
                <a:effectLst/>
                <a:latin typeface="Calisto MT" panose="02040603050505030304" pitchFamily="18" charset="0"/>
                <a:ea typeface="Calibri" panose="020F0502020204030204" pitchFamily="34" charset="0"/>
                <a:cs typeface="Calibri" panose="020F0502020204030204" pitchFamily="34" charset="0"/>
              </a:rPr>
              <a:t>2021-2023</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9460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262A539-EF26-BF4B-FA86-BB85ED44011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6617812-865F-3224-1B6A-97065971BE65}"/>
              </a:ext>
            </a:extLst>
          </p:cNvPr>
          <p:cNvSpPr>
            <a:spLocks noGrp="1"/>
          </p:cNvSpPr>
          <p:nvPr>
            <p:ph type="sldNum" sz="quarter" idx="12"/>
          </p:nvPr>
        </p:nvSpPr>
        <p:spPr/>
        <p:txBody>
          <a:bodyPr/>
          <a:lstStyle/>
          <a:p>
            <a:fld id="{8D0AFDD5-844D-364D-8AEC-50CF4D36D55D}" type="slidenum">
              <a:rPr lang="en-US" noProof="0" smtClean="0"/>
              <a:t>7</a:t>
            </a:fld>
            <a:endParaRPr lang="en-US" noProof="0"/>
          </a:p>
        </p:txBody>
      </p:sp>
      <p:sp>
        <p:nvSpPr>
          <p:cNvPr id="8" name="Footer Placeholder 7">
            <a:extLst>
              <a:ext uri="{FF2B5EF4-FFF2-40B4-BE49-F238E27FC236}">
                <a16:creationId xmlns:a16="http://schemas.microsoft.com/office/drawing/2014/main" id="{EE5E4F67-C54A-B8D3-6450-F424F3C2330E}"/>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150479DE-BC00-6A94-7C26-309BCEA6B711}"/>
              </a:ext>
            </a:extLst>
          </p:cNvPr>
          <p:cNvSpPr>
            <a:spLocks noGrp="1"/>
          </p:cNvSpPr>
          <p:nvPr>
            <p:ph type="dt" sz="half" idx="10"/>
          </p:nvPr>
        </p:nvSpPr>
        <p:spPr/>
        <p:txBody>
          <a:bodyPr/>
          <a:lstStyle/>
          <a:p>
            <a:r>
              <a:rPr lang="en-US" noProof="0"/>
              <a:t>20XX</a:t>
            </a:r>
          </a:p>
        </p:txBody>
      </p:sp>
      <p:pic>
        <p:nvPicPr>
          <p:cNvPr id="2052" name="Picture 1">
            <a:extLst>
              <a:ext uri="{FF2B5EF4-FFF2-40B4-BE49-F238E27FC236}">
                <a16:creationId xmlns:a16="http://schemas.microsoft.com/office/drawing/2014/main" id="{A2A80822-6F2B-5A7F-0EE4-503611B0B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46" y="3185419"/>
            <a:ext cx="11909367" cy="189362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350CF6F-01B9-62B9-4E8D-D34F1762B590}"/>
              </a:ext>
            </a:extLst>
          </p:cNvPr>
          <p:cNvSpPr txBox="1"/>
          <p:nvPr/>
        </p:nvSpPr>
        <p:spPr>
          <a:xfrm>
            <a:off x="2768138" y="5185974"/>
            <a:ext cx="6101542" cy="369332"/>
          </a:xfrm>
          <a:prstGeom prst="rect">
            <a:avLst/>
          </a:prstGeom>
          <a:noFill/>
        </p:spPr>
        <p:txBody>
          <a:bodyPr wrap="square">
            <a:spAutoFit/>
          </a:bodyPr>
          <a:lstStyle/>
          <a:p>
            <a:r>
              <a:rPr lang="en-IN" sz="1800" dirty="0">
                <a:effectLst/>
                <a:latin typeface="Calisto MT" panose="02040603050505030304" pitchFamily="18" charset="0"/>
                <a:ea typeface="Calibri" panose="020F0502020204030204" pitchFamily="34" charset="0"/>
                <a:cs typeface="Calibri" panose="020F0502020204030204" pitchFamily="34" charset="0"/>
              </a:rPr>
              <a:t>Figure : Sample of air quality data for Mumbai region </a:t>
            </a:r>
            <a:endParaRPr lang="en-IN" dirty="0"/>
          </a:p>
        </p:txBody>
      </p:sp>
      <p:sp>
        <p:nvSpPr>
          <p:cNvPr id="5" name="TextBox 4">
            <a:extLst>
              <a:ext uri="{FF2B5EF4-FFF2-40B4-BE49-F238E27FC236}">
                <a16:creationId xmlns:a16="http://schemas.microsoft.com/office/drawing/2014/main" id="{2714F00B-3661-031E-7635-4B09E13A71BC}"/>
              </a:ext>
            </a:extLst>
          </p:cNvPr>
          <p:cNvSpPr txBox="1"/>
          <p:nvPr/>
        </p:nvSpPr>
        <p:spPr>
          <a:xfrm>
            <a:off x="603396" y="329262"/>
            <a:ext cx="10431025" cy="2433358"/>
          </a:xfrm>
          <a:prstGeom prst="rect">
            <a:avLst/>
          </a:prstGeom>
          <a:noFill/>
        </p:spPr>
        <p:txBody>
          <a:bodyPr wrap="square">
            <a:spAutoFit/>
          </a:bodyPr>
          <a:lstStyle/>
          <a:p>
            <a:pPr marR="86360" algn="just">
              <a:lnSpc>
                <a:spcPct val="150000"/>
              </a:lnSpc>
              <a:spcAft>
                <a:spcPts val="585"/>
              </a:spcAft>
            </a:pPr>
            <a:r>
              <a:rPr lang="en-IN" sz="2800" b="1" kern="100" dirty="0">
                <a:effectLst/>
                <a:latin typeface="Calisto MT" panose="02040603050505030304" pitchFamily="18" charset="0"/>
                <a:ea typeface="Calibri" panose="020F0502020204030204" pitchFamily="34" charset="0"/>
                <a:cs typeface="Calibri" panose="020F0502020204030204" pitchFamily="34" charset="0"/>
              </a:rPr>
              <a:t>Data</a:t>
            </a:r>
          </a:p>
          <a:p>
            <a:pPr marR="86360" algn="just">
              <a:lnSpc>
                <a:spcPct val="150000"/>
              </a:lnSpc>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The data set contains air quality data and AQI of various cities in India. The raw data set contains 21,900 rows, 11 columns . The data set contains following variables particulate matter 2.5, particulate matter 10, nitric oxide, nitric dioxide, nitric x-oxide, ammonia, carbon monoxide, sulphur dioxide. The sample of "air quality data in India (2021- 2023) data set is shown below.</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1360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9FC30-DAC3-D33F-D489-0F5EEE7C7125}"/>
              </a:ext>
            </a:extLst>
          </p:cNvPr>
          <p:cNvSpPr>
            <a:spLocks noGrp="1"/>
          </p:cNvSpPr>
          <p:nvPr>
            <p:ph type="title"/>
          </p:nvPr>
        </p:nvSpPr>
        <p:spPr>
          <a:xfrm>
            <a:off x="4916488" y="457200"/>
            <a:ext cx="6932612" cy="712840"/>
          </a:xfrm>
        </p:spPr>
        <p:txBody>
          <a:bodyPr/>
          <a:lstStyle/>
          <a:p>
            <a:r>
              <a:rPr lang="en-US" sz="3600" dirty="0"/>
              <a:t>Data preprocessing steps:</a:t>
            </a:r>
            <a:endParaRPr lang="en-IN" sz="3600" dirty="0"/>
          </a:p>
        </p:txBody>
      </p:sp>
      <p:pic>
        <p:nvPicPr>
          <p:cNvPr id="22" name="Picture Placeholder 21">
            <a:extLst>
              <a:ext uri="{FF2B5EF4-FFF2-40B4-BE49-F238E27FC236}">
                <a16:creationId xmlns:a16="http://schemas.microsoft.com/office/drawing/2014/main" id="{2866D31F-D900-4ACD-CE74-76182875B83F}"/>
              </a:ext>
            </a:extLst>
          </p:cNvPr>
          <p:cNvPicPr>
            <a:picLocks noGrp="1" noChangeAspect="1"/>
          </p:cNvPicPr>
          <p:nvPr>
            <p:ph type="pic" sz="quarter" idx="24"/>
          </p:nvPr>
        </p:nvPicPr>
        <p:blipFill>
          <a:blip r:embed="rId2"/>
          <a:srcRect l="89" r="89"/>
          <a:stretch>
            <a:fillRect/>
          </a:stretch>
        </p:blipFill>
        <p:spPr>
          <a:xfrm>
            <a:off x="1420936" y="466999"/>
            <a:ext cx="732330" cy="733640"/>
          </a:xfrm>
        </p:spPr>
      </p:pic>
      <p:sp>
        <p:nvSpPr>
          <p:cNvPr id="4" name="Text Placeholder 3">
            <a:extLst>
              <a:ext uri="{FF2B5EF4-FFF2-40B4-BE49-F238E27FC236}">
                <a16:creationId xmlns:a16="http://schemas.microsoft.com/office/drawing/2014/main" id="{526367B2-2187-DC68-7015-AF411DDD366E}"/>
              </a:ext>
            </a:extLst>
          </p:cNvPr>
          <p:cNvSpPr>
            <a:spLocks noGrp="1"/>
          </p:cNvSpPr>
          <p:nvPr>
            <p:ph type="body" sz="quarter" idx="39"/>
          </p:nvPr>
        </p:nvSpPr>
        <p:spPr/>
        <p:txBody>
          <a:bodyPr/>
          <a:lstStyle/>
          <a:p>
            <a:r>
              <a:rPr lang="en-IN" dirty="0"/>
              <a:t>Data Cleaning</a:t>
            </a:r>
          </a:p>
        </p:txBody>
      </p:sp>
      <p:sp>
        <p:nvSpPr>
          <p:cNvPr id="5" name="Text Placeholder 4">
            <a:extLst>
              <a:ext uri="{FF2B5EF4-FFF2-40B4-BE49-F238E27FC236}">
                <a16:creationId xmlns:a16="http://schemas.microsoft.com/office/drawing/2014/main" id="{EFA2D949-D263-CEB2-4D17-30AEC1E22053}"/>
              </a:ext>
            </a:extLst>
          </p:cNvPr>
          <p:cNvSpPr>
            <a:spLocks noGrp="1"/>
          </p:cNvSpPr>
          <p:nvPr>
            <p:ph type="body" sz="quarter" idx="38"/>
          </p:nvPr>
        </p:nvSpPr>
        <p:spPr/>
        <p:txBody>
          <a:bodyPr/>
          <a:lstStyle/>
          <a:p>
            <a:r>
              <a:rPr lang="en-US" sz="1200" dirty="0"/>
              <a:t>Remove or fill in missing or inconsistent data points to ensure the dataset is complete and ready for analysis.</a:t>
            </a:r>
            <a:endParaRPr lang="en-IN" sz="1200" dirty="0"/>
          </a:p>
        </p:txBody>
      </p:sp>
      <p:pic>
        <p:nvPicPr>
          <p:cNvPr id="24" name="Picture Placeholder 23">
            <a:extLst>
              <a:ext uri="{FF2B5EF4-FFF2-40B4-BE49-F238E27FC236}">
                <a16:creationId xmlns:a16="http://schemas.microsoft.com/office/drawing/2014/main" id="{327CA92C-0014-3F56-49A1-205A02CD6FB0}"/>
              </a:ext>
            </a:extLst>
          </p:cNvPr>
          <p:cNvPicPr>
            <a:picLocks noGrp="1" noChangeAspect="1"/>
          </p:cNvPicPr>
          <p:nvPr>
            <p:ph type="pic" sz="quarter" idx="40"/>
          </p:nvPr>
        </p:nvPicPr>
        <p:blipFill>
          <a:blip r:embed="rId3"/>
          <a:srcRect l="89" r="89"/>
          <a:stretch>
            <a:fillRect/>
          </a:stretch>
        </p:blipFill>
        <p:spPr>
          <a:xfrm>
            <a:off x="3458966" y="2484454"/>
            <a:ext cx="758834" cy="760191"/>
          </a:xfrm>
        </p:spPr>
      </p:pic>
      <p:sp>
        <p:nvSpPr>
          <p:cNvPr id="7" name="Text Placeholder 6">
            <a:extLst>
              <a:ext uri="{FF2B5EF4-FFF2-40B4-BE49-F238E27FC236}">
                <a16:creationId xmlns:a16="http://schemas.microsoft.com/office/drawing/2014/main" id="{312085C3-4B8E-4965-3246-AD17C426E895}"/>
              </a:ext>
            </a:extLst>
          </p:cNvPr>
          <p:cNvSpPr>
            <a:spLocks noGrp="1"/>
          </p:cNvSpPr>
          <p:nvPr>
            <p:ph type="body" sz="quarter" idx="42"/>
          </p:nvPr>
        </p:nvSpPr>
        <p:spPr/>
        <p:txBody>
          <a:bodyPr/>
          <a:lstStyle/>
          <a:p>
            <a:r>
              <a:rPr lang="en-IN" dirty="0"/>
              <a:t>Feature Selection</a:t>
            </a:r>
          </a:p>
        </p:txBody>
      </p:sp>
      <p:sp>
        <p:nvSpPr>
          <p:cNvPr id="8" name="Text Placeholder 7">
            <a:extLst>
              <a:ext uri="{FF2B5EF4-FFF2-40B4-BE49-F238E27FC236}">
                <a16:creationId xmlns:a16="http://schemas.microsoft.com/office/drawing/2014/main" id="{B9CB8B5B-5516-FADE-57FC-52A1E639219A}"/>
              </a:ext>
            </a:extLst>
          </p:cNvPr>
          <p:cNvSpPr>
            <a:spLocks noGrp="1"/>
          </p:cNvSpPr>
          <p:nvPr>
            <p:ph type="body" sz="quarter" idx="41"/>
          </p:nvPr>
        </p:nvSpPr>
        <p:spPr>
          <a:xfrm>
            <a:off x="4446156" y="2947712"/>
            <a:ext cx="2760889" cy="750760"/>
          </a:xfrm>
        </p:spPr>
        <p:txBody>
          <a:bodyPr/>
          <a:lstStyle/>
          <a:p>
            <a:r>
              <a:rPr lang="en-US" sz="1200" dirty="0"/>
              <a:t>Identify the most important variables (e.g., pollutants like PM2.5, PM10, and weather conditions) that contribute to AQI prediction, and remove less relevant features</a:t>
            </a:r>
            <a:r>
              <a:rPr lang="en-US" dirty="0"/>
              <a:t>.</a:t>
            </a:r>
            <a:endParaRPr lang="en-IN" dirty="0"/>
          </a:p>
        </p:txBody>
      </p:sp>
      <p:pic>
        <p:nvPicPr>
          <p:cNvPr id="26" name="Picture Placeholder 25">
            <a:extLst>
              <a:ext uri="{FF2B5EF4-FFF2-40B4-BE49-F238E27FC236}">
                <a16:creationId xmlns:a16="http://schemas.microsoft.com/office/drawing/2014/main" id="{F8200690-AED4-A9BC-F506-6220DCCA2066}"/>
              </a:ext>
            </a:extLst>
          </p:cNvPr>
          <p:cNvPicPr>
            <a:picLocks noGrp="1" noChangeAspect="1"/>
          </p:cNvPicPr>
          <p:nvPr>
            <p:ph type="pic" sz="quarter" idx="43"/>
          </p:nvPr>
        </p:nvPicPr>
        <p:blipFill>
          <a:blip r:embed="rId4"/>
          <a:srcRect l="89" r="89"/>
          <a:stretch>
            <a:fillRect/>
          </a:stretch>
        </p:blipFill>
        <p:spPr>
          <a:xfrm>
            <a:off x="8030969" y="2484454"/>
            <a:ext cx="711568" cy="712840"/>
          </a:xfrm>
        </p:spPr>
      </p:pic>
      <p:sp>
        <p:nvSpPr>
          <p:cNvPr id="10" name="Text Placeholder 9">
            <a:extLst>
              <a:ext uri="{FF2B5EF4-FFF2-40B4-BE49-F238E27FC236}">
                <a16:creationId xmlns:a16="http://schemas.microsoft.com/office/drawing/2014/main" id="{6423A7D2-0811-4992-FF09-80234B0B7B94}"/>
              </a:ext>
            </a:extLst>
          </p:cNvPr>
          <p:cNvSpPr>
            <a:spLocks noGrp="1"/>
          </p:cNvSpPr>
          <p:nvPr>
            <p:ph type="body" sz="quarter" idx="45"/>
          </p:nvPr>
        </p:nvSpPr>
        <p:spPr/>
        <p:txBody>
          <a:bodyPr/>
          <a:lstStyle/>
          <a:p>
            <a:r>
              <a:rPr lang="en-IN" dirty="0"/>
              <a:t>Normalization</a:t>
            </a:r>
          </a:p>
        </p:txBody>
      </p:sp>
      <p:sp>
        <p:nvSpPr>
          <p:cNvPr id="11" name="Text Placeholder 10">
            <a:extLst>
              <a:ext uri="{FF2B5EF4-FFF2-40B4-BE49-F238E27FC236}">
                <a16:creationId xmlns:a16="http://schemas.microsoft.com/office/drawing/2014/main" id="{61680715-F310-2070-5F5B-0F8FB55D9B2F}"/>
              </a:ext>
            </a:extLst>
          </p:cNvPr>
          <p:cNvSpPr>
            <a:spLocks noGrp="1"/>
          </p:cNvSpPr>
          <p:nvPr>
            <p:ph type="body" sz="quarter" idx="44"/>
          </p:nvPr>
        </p:nvSpPr>
        <p:spPr>
          <a:xfrm>
            <a:off x="9018159" y="1319300"/>
            <a:ext cx="2138339" cy="710144"/>
          </a:xfrm>
        </p:spPr>
        <p:txBody>
          <a:bodyPr/>
          <a:lstStyle/>
          <a:p>
            <a:r>
              <a:rPr lang="en-US" sz="1200" dirty="0"/>
              <a:t>Scale the data so that all features have comparable ranges, improving the performance of machine learning algorithms</a:t>
            </a:r>
            <a:r>
              <a:rPr lang="en-US" dirty="0"/>
              <a:t>.</a:t>
            </a:r>
            <a:endParaRPr lang="en-IN" dirty="0"/>
          </a:p>
        </p:txBody>
      </p:sp>
      <p:pic>
        <p:nvPicPr>
          <p:cNvPr id="28" name="Picture Placeholder 27">
            <a:extLst>
              <a:ext uri="{FF2B5EF4-FFF2-40B4-BE49-F238E27FC236}">
                <a16:creationId xmlns:a16="http://schemas.microsoft.com/office/drawing/2014/main" id="{D8E56FCE-8244-7A53-690C-D267D7B639C6}"/>
              </a:ext>
            </a:extLst>
          </p:cNvPr>
          <p:cNvPicPr>
            <a:picLocks noGrp="1" noChangeAspect="1"/>
          </p:cNvPicPr>
          <p:nvPr>
            <p:ph type="pic" sz="quarter" idx="46"/>
          </p:nvPr>
        </p:nvPicPr>
        <p:blipFill>
          <a:blip r:embed="rId5"/>
          <a:srcRect l="89" r="89"/>
          <a:stretch>
            <a:fillRect/>
          </a:stretch>
        </p:blipFill>
        <p:spPr>
          <a:xfrm>
            <a:off x="1420936" y="4162153"/>
            <a:ext cx="887413" cy="889000"/>
          </a:xfrm>
        </p:spPr>
      </p:pic>
      <p:sp>
        <p:nvSpPr>
          <p:cNvPr id="13" name="Text Placeholder 12">
            <a:extLst>
              <a:ext uri="{FF2B5EF4-FFF2-40B4-BE49-F238E27FC236}">
                <a16:creationId xmlns:a16="http://schemas.microsoft.com/office/drawing/2014/main" id="{BF758ECB-D1FA-96D1-9CFD-1AD21FD463BA}"/>
              </a:ext>
            </a:extLst>
          </p:cNvPr>
          <p:cNvSpPr>
            <a:spLocks noGrp="1"/>
          </p:cNvSpPr>
          <p:nvPr>
            <p:ph type="body" sz="quarter" idx="48"/>
          </p:nvPr>
        </p:nvSpPr>
        <p:spPr/>
        <p:txBody>
          <a:bodyPr/>
          <a:lstStyle/>
          <a:p>
            <a:r>
              <a:rPr lang="en-IN" dirty="0"/>
              <a:t>Handling Outliers</a:t>
            </a:r>
          </a:p>
        </p:txBody>
      </p:sp>
      <p:sp>
        <p:nvSpPr>
          <p:cNvPr id="14" name="Text Placeholder 13">
            <a:extLst>
              <a:ext uri="{FF2B5EF4-FFF2-40B4-BE49-F238E27FC236}">
                <a16:creationId xmlns:a16="http://schemas.microsoft.com/office/drawing/2014/main" id="{D01D072B-C63D-302E-A016-94AFCDAD3979}"/>
              </a:ext>
            </a:extLst>
          </p:cNvPr>
          <p:cNvSpPr>
            <a:spLocks noGrp="1"/>
          </p:cNvSpPr>
          <p:nvPr>
            <p:ph type="body" sz="quarter" idx="47"/>
          </p:nvPr>
        </p:nvSpPr>
        <p:spPr>
          <a:xfrm>
            <a:off x="2574051" y="4665042"/>
            <a:ext cx="2138339" cy="673874"/>
          </a:xfrm>
        </p:spPr>
        <p:txBody>
          <a:bodyPr/>
          <a:lstStyle/>
          <a:p>
            <a:r>
              <a:rPr lang="en-US" sz="1200" dirty="0"/>
              <a:t>Detect and address extreme values (outliers) that could distort the model’s learning process</a:t>
            </a:r>
            <a:r>
              <a:rPr lang="en-US" dirty="0"/>
              <a:t>.</a:t>
            </a:r>
            <a:endParaRPr lang="en-IN" dirty="0"/>
          </a:p>
        </p:txBody>
      </p:sp>
      <p:pic>
        <p:nvPicPr>
          <p:cNvPr id="30" name="Picture Placeholder 29">
            <a:extLst>
              <a:ext uri="{FF2B5EF4-FFF2-40B4-BE49-F238E27FC236}">
                <a16:creationId xmlns:a16="http://schemas.microsoft.com/office/drawing/2014/main" id="{63D5AF51-1A4F-4A96-86D5-6F85DD26B42E}"/>
              </a:ext>
            </a:extLst>
          </p:cNvPr>
          <p:cNvPicPr>
            <a:picLocks noGrp="1" noChangeAspect="1"/>
          </p:cNvPicPr>
          <p:nvPr>
            <p:ph type="pic" sz="quarter" idx="49"/>
          </p:nvPr>
        </p:nvPicPr>
        <p:blipFill>
          <a:blip r:embed="rId6"/>
          <a:srcRect l="89" r="89"/>
          <a:stretch>
            <a:fillRect/>
          </a:stretch>
        </p:blipFill>
        <p:spPr>
          <a:xfrm>
            <a:off x="6096000" y="4162153"/>
            <a:ext cx="887413" cy="889000"/>
          </a:xfrm>
        </p:spPr>
      </p:pic>
      <p:sp>
        <p:nvSpPr>
          <p:cNvPr id="16" name="Text Placeholder 15">
            <a:extLst>
              <a:ext uri="{FF2B5EF4-FFF2-40B4-BE49-F238E27FC236}">
                <a16:creationId xmlns:a16="http://schemas.microsoft.com/office/drawing/2014/main" id="{07D8257F-0E42-0F58-F69A-F7070BE614D9}"/>
              </a:ext>
            </a:extLst>
          </p:cNvPr>
          <p:cNvSpPr>
            <a:spLocks noGrp="1"/>
          </p:cNvSpPr>
          <p:nvPr>
            <p:ph type="body" sz="quarter" idx="51"/>
          </p:nvPr>
        </p:nvSpPr>
        <p:spPr>
          <a:xfrm>
            <a:off x="6983413" y="4144683"/>
            <a:ext cx="2138339" cy="299767"/>
          </a:xfrm>
        </p:spPr>
        <p:txBody>
          <a:bodyPr/>
          <a:lstStyle/>
          <a:p>
            <a:r>
              <a:rPr lang="en-IN" dirty="0"/>
              <a:t>Train-Test Split</a:t>
            </a:r>
          </a:p>
        </p:txBody>
      </p:sp>
      <p:sp>
        <p:nvSpPr>
          <p:cNvPr id="17" name="Text Placeholder 16">
            <a:extLst>
              <a:ext uri="{FF2B5EF4-FFF2-40B4-BE49-F238E27FC236}">
                <a16:creationId xmlns:a16="http://schemas.microsoft.com/office/drawing/2014/main" id="{6AD9525D-6DCB-E1B1-29DC-AB6E5F4B885C}"/>
              </a:ext>
            </a:extLst>
          </p:cNvPr>
          <p:cNvSpPr>
            <a:spLocks noGrp="1"/>
          </p:cNvSpPr>
          <p:nvPr>
            <p:ph type="body" sz="quarter" idx="50"/>
          </p:nvPr>
        </p:nvSpPr>
        <p:spPr>
          <a:xfrm>
            <a:off x="7030065" y="4548690"/>
            <a:ext cx="2281083" cy="710144"/>
          </a:xfrm>
        </p:spPr>
        <p:txBody>
          <a:bodyPr/>
          <a:lstStyle/>
          <a:p>
            <a:r>
              <a:rPr lang="en-US" sz="1200" dirty="0"/>
              <a:t>Divide the dataset into training and testing sets to evaluate the model’s performance on unseen data.</a:t>
            </a:r>
            <a:endParaRPr lang="en-IN" sz="1200" dirty="0"/>
          </a:p>
        </p:txBody>
      </p:sp>
      <p:pic>
        <p:nvPicPr>
          <p:cNvPr id="32" name="Picture Placeholder 31">
            <a:extLst>
              <a:ext uri="{FF2B5EF4-FFF2-40B4-BE49-F238E27FC236}">
                <a16:creationId xmlns:a16="http://schemas.microsoft.com/office/drawing/2014/main" id="{CF812499-B8D2-CC76-7B53-D0806E3FEC02}"/>
              </a:ext>
            </a:extLst>
          </p:cNvPr>
          <p:cNvPicPr>
            <a:picLocks noGrp="1" noChangeAspect="1"/>
          </p:cNvPicPr>
          <p:nvPr>
            <p:ph type="pic" sz="quarter" idx="52"/>
          </p:nvPr>
        </p:nvPicPr>
        <p:blipFill>
          <a:blip r:embed="rId7"/>
          <a:srcRect l="89" r="89"/>
          <a:stretch>
            <a:fillRect/>
          </a:stretch>
        </p:blipFill>
        <p:spPr>
          <a:xfrm>
            <a:off x="8027988" y="5637179"/>
            <a:ext cx="762258" cy="763621"/>
          </a:xfrm>
        </p:spPr>
      </p:pic>
      <p:sp>
        <p:nvSpPr>
          <p:cNvPr id="19" name="Text Placeholder 18">
            <a:extLst>
              <a:ext uri="{FF2B5EF4-FFF2-40B4-BE49-F238E27FC236}">
                <a16:creationId xmlns:a16="http://schemas.microsoft.com/office/drawing/2014/main" id="{37C52BA6-81A7-15EC-3903-D1AAD2F4C8D2}"/>
              </a:ext>
            </a:extLst>
          </p:cNvPr>
          <p:cNvSpPr>
            <a:spLocks noGrp="1"/>
          </p:cNvSpPr>
          <p:nvPr>
            <p:ph type="body" sz="quarter" idx="54"/>
          </p:nvPr>
        </p:nvSpPr>
        <p:spPr>
          <a:xfrm>
            <a:off x="9018159" y="5469834"/>
            <a:ext cx="2537725" cy="201861"/>
          </a:xfrm>
        </p:spPr>
        <p:txBody>
          <a:bodyPr/>
          <a:lstStyle/>
          <a:p>
            <a:r>
              <a:rPr lang="en-IN" dirty="0"/>
              <a:t>Data Transformation</a:t>
            </a:r>
          </a:p>
        </p:txBody>
      </p:sp>
      <p:sp>
        <p:nvSpPr>
          <p:cNvPr id="20" name="Text Placeholder 19">
            <a:extLst>
              <a:ext uri="{FF2B5EF4-FFF2-40B4-BE49-F238E27FC236}">
                <a16:creationId xmlns:a16="http://schemas.microsoft.com/office/drawing/2014/main" id="{63E1E641-652E-B4CB-73C2-EDFD598D0E22}"/>
              </a:ext>
            </a:extLst>
          </p:cNvPr>
          <p:cNvSpPr>
            <a:spLocks noGrp="1"/>
          </p:cNvSpPr>
          <p:nvPr>
            <p:ph type="body" sz="quarter" idx="53"/>
          </p:nvPr>
        </p:nvSpPr>
        <p:spPr>
          <a:xfrm>
            <a:off x="8853133" y="5820955"/>
            <a:ext cx="3100668" cy="601662"/>
          </a:xfrm>
        </p:spPr>
        <p:txBody>
          <a:bodyPr/>
          <a:lstStyle/>
          <a:p>
            <a:r>
              <a:rPr lang="en-US" sz="1200" dirty="0"/>
              <a:t>Apply techniques like encoding categorical variables or creating new features from existing ones to enhance the dataset's usability and relevance for the model.</a:t>
            </a:r>
            <a:endParaRPr lang="en-IN" sz="1200" dirty="0"/>
          </a:p>
        </p:txBody>
      </p:sp>
    </p:spTree>
    <p:extLst>
      <p:ext uri="{BB962C8B-B14F-4D97-AF65-F5344CB8AC3E}">
        <p14:creationId xmlns:p14="http://schemas.microsoft.com/office/powerpoint/2010/main" val="113956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1000"/>
                                        <p:tgtEl>
                                          <p:spTgt spid="4">
                                            <p:txEl>
                                              <p:pRg st="0" end="0"/>
                                            </p:txEl>
                                          </p:spTgt>
                                        </p:tgtEl>
                                      </p:cBhvr>
                                    </p:animEffect>
                                    <p:anim calcmode="lin" valueType="num">
                                      <p:cBhvr>
                                        <p:cTn id="11"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fade">
                                      <p:cBhvr>
                                        <p:cTn id="15" dur="1000"/>
                                        <p:tgtEl>
                                          <p:spTgt spid="5">
                                            <p:txEl>
                                              <p:pRg st="0" end="0"/>
                                            </p:txEl>
                                          </p:spTgt>
                                        </p:tgtEl>
                                      </p:cBhvr>
                                    </p:animEffect>
                                    <p:anim calcmode="lin" valueType="num">
                                      <p:cBhvr>
                                        <p:cTn id="1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down)">
                                      <p:cBhvr>
                                        <p:cTn id="22" dur="500"/>
                                        <p:tgtEl>
                                          <p:spTgt spid="24"/>
                                        </p:tgtEl>
                                      </p:cBhvr>
                                    </p:animEffect>
                                  </p:childTnLst>
                                </p:cTn>
                              </p:par>
                              <p:par>
                                <p:cTn id="23" presetID="42" presetClass="entr" presetSubtype="0" fill="hold" grpId="0" nodeType="with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fade">
                                      <p:cBhvr>
                                        <p:cTn id="25" dur="1000"/>
                                        <p:tgtEl>
                                          <p:spTgt spid="7">
                                            <p:txEl>
                                              <p:pRg st="0" end="0"/>
                                            </p:txEl>
                                          </p:spTgt>
                                        </p:tgtEl>
                                      </p:cBhvr>
                                    </p:animEffect>
                                    <p:anim calcmode="lin" valueType="num">
                                      <p:cBhvr>
                                        <p:cTn id="26"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7">
                                            <p:txEl>
                                              <p:pRg st="0" end="0"/>
                                            </p:txEl>
                                          </p:spTgt>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8">
                                            <p:txEl>
                                              <p:pRg st="0" end="0"/>
                                            </p:txEl>
                                          </p:spTgt>
                                        </p:tgtEl>
                                        <p:attrNameLst>
                                          <p:attrName>style.visibility</p:attrName>
                                        </p:attrNameLst>
                                      </p:cBhvr>
                                      <p:to>
                                        <p:strVal val="visible"/>
                                      </p:to>
                                    </p:set>
                                    <p:animEffect transition="in" filter="fade">
                                      <p:cBhvr>
                                        <p:cTn id="30" dur="1000"/>
                                        <p:tgtEl>
                                          <p:spTgt spid="8">
                                            <p:txEl>
                                              <p:pRg st="0" end="0"/>
                                            </p:txEl>
                                          </p:spTgt>
                                        </p:tgtEl>
                                      </p:cBhvr>
                                    </p:animEffect>
                                    <p:anim calcmode="lin" valueType="num">
                                      <p:cBhvr>
                                        <p:cTn id="31"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2"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down)">
                                      <p:cBhvr>
                                        <p:cTn id="37" dur="500"/>
                                        <p:tgtEl>
                                          <p:spTgt spid="26"/>
                                        </p:tgtEl>
                                      </p:cBhvr>
                                    </p:animEffect>
                                  </p:childTnLst>
                                </p:cTn>
                              </p:par>
                              <p:par>
                                <p:cTn id="38" presetID="42" presetClass="entr" presetSubtype="0" fill="hold" grpId="0" nodeType="with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fade">
                                      <p:cBhvr>
                                        <p:cTn id="40" dur="1000"/>
                                        <p:tgtEl>
                                          <p:spTgt spid="10">
                                            <p:txEl>
                                              <p:pRg st="0" end="0"/>
                                            </p:txEl>
                                          </p:spTgt>
                                        </p:tgtEl>
                                      </p:cBhvr>
                                    </p:animEffect>
                                    <p:anim calcmode="lin" valueType="num">
                                      <p:cBhvr>
                                        <p:cTn id="41"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10">
                                            <p:txEl>
                                              <p:pRg st="0" end="0"/>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1">
                                            <p:txEl>
                                              <p:pRg st="0" end="0"/>
                                            </p:txEl>
                                          </p:spTgt>
                                        </p:tgtEl>
                                        <p:attrNameLst>
                                          <p:attrName>style.visibility</p:attrName>
                                        </p:attrNameLst>
                                      </p:cBhvr>
                                      <p:to>
                                        <p:strVal val="visible"/>
                                      </p:to>
                                    </p:set>
                                    <p:animEffect transition="in" filter="fade">
                                      <p:cBhvr>
                                        <p:cTn id="45" dur="1000"/>
                                        <p:tgtEl>
                                          <p:spTgt spid="11">
                                            <p:txEl>
                                              <p:pRg st="0" end="0"/>
                                            </p:txEl>
                                          </p:spTgt>
                                        </p:tgtEl>
                                      </p:cBhvr>
                                    </p:animEffect>
                                    <p:anim calcmode="lin" valueType="num">
                                      <p:cBhvr>
                                        <p:cTn id="46"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down)">
                                      <p:cBhvr>
                                        <p:cTn id="52" dur="500"/>
                                        <p:tgtEl>
                                          <p:spTgt spid="28"/>
                                        </p:tgtEl>
                                      </p:cBhvr>
                                    </p:animEffect>
                                  </p:childTnLst>
                                </p:cTn>
                              </p:par>
                              <p:par>
                                <p:cTn id="53" presetID="42" presetClass="entr" presetSubtype="0" fill="hold" grpId="0" nodeType="withEffect">
                                  <p:stCondLst>
                                    <p:cond delay="0"/>
                                  </p:stCondLst>
                                  <p:childTnLst>
                                    <p:set>
                                      <p:cBhvr>
                                        <p:cTn id="54" dur="1" fill="hold">
                                          <p:stCondLst>
                                            <p:cond delay="0"/>
                                          </p:stCondLst>
                                        </p:cTn>
                                        <p:tgtEl>
                                          <p:spTgt spid="13">
                                            <p:txEl>
                                              <p:pRg st="0" end="0"/>
                                            </p:txEl>
                                          </p:spTgt>
                                        </p:tgtEl>
                                        <p:attrNameLst>
                                          <p:attrName>style.visibility</p:attrName>
                                        </p:attrNameLst>
                                      </p:cBhvr>
                                      <p:to>
                                        <p:strVal val="visible"/>
                                      </p:to>
                                    </p:set>
                                    <p:animEffect transition="in" filter="fade">
                                      <p:cBhvr>
                                        <p:cTn id="55" dur="1000"/>
                                        <p:tgtEl>
                                          <p:spTgt spid="13">
                                            <p:txEl>
                                              <p:pRg st="0" end="0"/>
                                            </p:txEl>
                                          </p:spTgt>
                                        </p:tgtEl>
                                      </p:cBhvr>
                                    </p:animEffect>
                                    <p:anim calcmode="lin" valueType="num">
                                      <p:cBhvr>
                                        <p:cTn id="56"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4">
                                            <p:txEl>
                                              <p:pRg st="0" end="0"/>
                                            </p:txEl>
                                          </p:spTgt>
                                        </p:tgtEl>
                                        <p:attrNameLst>
                                          <p:attrName>style.visibility</p:attrName>
                                        </p:attrNameLst>
                                      </p:cBhvr>
                                      <p:to>
                                        <p:strVal val="visible"/>
                                      </p:to>
                                    </p:set>
                                    <p:animEffect transition="in" filter="fade">
                                      <p:cBhvr>
                                        <p:cTn id="60" dur="1000"/>
                                        <p:tgtEl>
                                          <p:spTgt spid="14">
                                            <p:txEl>
                                              <p:pRg st="0" end="0"/>
                                            </p:txEl>
                                          </p:spTgt>
                                        </p:tgtEl>
                                      </p:cBhvr>
                                    </p:animEffect>
                                    <p:anim calcmode="lin" valueType="num">
                                      <p:cBhvr>
                                        <p:cTn id="61"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62"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down)">
                                      <p:cBhvr>
                                        <p:cTn id="67" dur="500"/>
                                        <p:tgtEl>
                                          <p:spTgt spid="30"/>
                                        </p:tgtEl>
                                      </p:cBhvr>
                                    </p:animEffect>
                                  </p:childTnLst>
                                </p:cTn>
                              </p:par>
                              <p:par>
                                <p:cTn id="68" presetID="42" presetClass="entr" presetSubtype="0" fill="hold" grpId="0" nodeType="withEffect">
                                  <p:stCondLst>
                                    <p:cond delay="0"/>
                                  </p:stCondLst>
                                  <p:childTnLst>
                                    <p:set>
                                      <p:cBhvr>
                                        <p:cTn id="69" dur="1" fill="hold">
                                          <p:stCondLst>
                                            <p:cond delay="0"/>
                                          </p:stCondLst>
                                        </p:cTn>
                                        <p:tgtEl>
                                          <p:spTgt spid="16">
                                            <p:txEl>
                                              <p:pRg st="0" end="0"/>
                                            </p:txEl>
                                          </p:spTgt>
                                        </p:tgtEl>
                                        <p:attrNameLst>
                                          <p:attrName>style.visibility</p:attrName>
                                        </p:attrNameLst>
                                      </p:cBhvr>
                                      <p:to>
                                        <p:strVal val="visible"/>
                                      </p:to>
                                    </p:set>
                                    <p:animEffect transition="in" filter="fade">
                                      <p:cBhvr>
                                        <p:cTn id="70" dur="1000"/>
                                        <p:tgtEl>
                                          <p:spTgt spid="16">
                                            <p:txEl>
                                              <p:pRg st="0" end="0"/>
                                            </p:txEl>
                                          </p:spTgt>
                                        </p:tgtEl>
                                      </p:cBhvr>
                                    </p:animEffect>
                                    <p:anim calcmode="lin" valueType="num">
                                      <p:cBhvr>
                                        <p:cTn id="71"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72" dur="1000" fill="hold"/>
                                        <p:tgtEl>
                                          <p:spTgt spid="16">
                                            <p:txEl>
                                              <p:pRg st="0" end="0"/>
                                            </p:txEl>
                                          </p:spTgt>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7">
                                            <p:txEl>
                                              <p:pRg st="0" end="0"/>
                                            </p:txEl>
                                          </p:spTgt>
                                        </p:tgtEl>
                                        <p:attrNameLst>
                                          <p:attrName>style.visibility</p:attrName>
                                        </p:attrNameLst>
                                      </p:cBhvr>
                                      <p:to>
                                        <p:strVal val="visible"/>
                                      </p:to>
                                    </p:set>
                                    <p:animEffect transition="in" filter="fade">
                                      <p:cBhvr>
                                        <p:cTn id="75" dur="1000"/>
                                        <p:tgtEl>
                                          <p:spTgt spid="17">
                                            <p:txEl>
                                              <p:pRg st="0" end="0"/>
                                            </p:txEl>
                                          </p:spTgt>
                                        </p:tgtEl>
                                      </p:cBhvr>
                                    </p:animEffect>
                                    <p:anim calcmode="lin" valueType="num">
                                      <p:cBhvr>
                                        <p:cTn id="76" dur="1000" fill="hold"/>
                                        <p:tgtEl>
                                          <p:spTgt spid="17">
                                            <p:txEl>
                                              <p:pRg st="0" end="0"/>
                                            </p:txEl>
                                          </p:spTgt>
                                        </p:tgtEl>
                                        <p:attrNameLst>
                                          <p:attrName>ppt_x</p:attrName>
                                        </p:attrNameLst>
                                      </p:cBhvr>
                                      <p:tavLst>
                                        <p:tav tm="0">
                                          <p:val>
                                            <p:strVal val="#ppt_x"/>
                                          </p:val>
                                        </p:tav>
                                        <p:tav tm="100000">
                                          <p:val>
                                            <p:strVal val="#ppt_x"/>
                                          </p:val>
                                        </p:tav>
                                      </p:tavLst>
                                    </p:anim>
                                    <p:anim calcmode="lin" valueType="num">
                                      <p:cBhvr>
                                        <p:cTn id="77" dur="1000" fill="hold"/>
                                        <p:tgtEl>
                                          <p:spTgt spid="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wipe(down)">
                                      <p:cBhvr>
                                        <p:cTn id="82" dur="500"/>
                                        <p:tgtEl>
                                          <p:spTgt spid="32"/>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19">
                                            <p:txEl>
                                              <p:pRg st="0" end="0"/>
                                            </p:txEl>
                                          </p:spTgt>
                                        </p:tgtEl>
                                        <p:attrNameLst>
                                          <p:attrName>style.visibility</p:attrName>
                                        </p:attrNameLst>
                                      </p:cBhvr>
                                      <p:to>
                                        <p:strVal val="visible"/>
                                      </p:to>
                                    </p:set>
                                    <p:animEffect transition="in" filter="fade">
                                      <p:cBhvr>
                                        <p:cTn id="85" dur="1000"/>
                                        <p:tgtEl>
                                          <p:spTgt spid="19">
                                            <p:txEl>
                                              <p:pRg st="0" end="0"/>
                                            </p:txEl>
                                          </p:spTgt>
                                        </p:tgtEl>
                                      </p:cBhvr>
                                    </p:animEffect>
                                    <p:anim calcmode="lin" valueType="num">
                                      <p:cBhvr>
                                        <p:cTn id="86"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87"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
                                            <p:txEl>
                                              <p:pRg st="0" end="0"/>
                                            </p:txEl>
                                          </p:spTgt>
                                        </p:tgtEl>
                                        <p:attrNameLst>
                                          <p:attrName>style.visibility</p:attrName>
                                        </p:attrNameLst>
                                      </p:cBhvr>
                                      <p:to>
                                        <p:strVal val="visible"/>
                                      </p:to>
                                    </p:set>
                                    <p:animEffect transition="in" filter="fade">
                                      <p:cBhvr>
                                        <p:cTn id="90" dur="1000"/>
                                        <p:tgtEl>
                                          <p:spTgt spid="20">
                                            <p:txEl>
                                              <p:pRg st="0" end="0"/>
                                            </p:txEl>
                                          </p:spTgt>
                                        </p:tgtEl>
                                      </p:cBhvr>
                                    </p:animEffect>
                                    <p:anim calcmode="lin" valueType="num">
                                      <p:cBhvr>
                                        <p:cTn id="91"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92" dur="1000" fill="hold"/>
                                        <p:tgtEl>
                                          <p:spTgt spid="2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P spid="7" grpId="0" build="p"/>
      <p:bldP spid="8" grpId="0" build="p"/>
      <p:bldP spid="10" grpId="0" build="p"/>
      <p:bldP spid="11" grpId="0" build="p"/>
      <p:bldP spid="13" grpId="0" build="p"/>
      <p:bldP spid="14" grpId="0" build="p"/>
      <p:bldP spid="16" grpId="0" build="p"/>
      <p:bldP spid="17" grpId="0" build="p"/>
      <p:bldP spid="19" grpId="0" build="p"/>
      <p:bldP spid="2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5657DADE-3C83-0D8F-FA81-A1736412B4F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787A956-4019-672A-89D1-1EF1CA2DA0D2}"/>
              </a:ext>
            </a:extLst>
          </p:cNvPr>
          <p:cNvSpPr>
            <a:spLocks noGrp="1"/>
          </p:cNvSpPr>
          <p:nvPr>
            <p:ph type="sldNum" sz="quarter" idx="12"/>
          </p:nvPr>
        </p:nvSpPr>
        <p:spPr/>
        <p:txBody>
          <a:bodyPr/>
          <a:lstStyle/>
          <a:p>
            <a:fld id="{8D0AFDD5-844D-364D-8AEC-50CF4D36D55D}" type="slidenum">
              <a:rPr lang="en-US" noProof="0" smtClean="0"/>
              <a:t>9</a:t>
            </a:fld>
            <a:endParaRPr lang="en-US" noProof="0"/>
          </a:p>
        </p:txBody>
      </p:sp>
      <p:sp>
        <p:nvSpPr>
          <p:cNvPr id="8" name="Footer Placeholder 7">
            <a:extLst>
              <a:ext uri="{FF2B5EF4-FFF2-40B4-BE49-F238E27FC236}">
                <a16:creationId xmlns:a16="http://schemas.microsoft.com/office/drawing/2014/main" id="{64B8F5F6-5675-92EE-429A-DFA336D292D2}"/>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74D4B089-8B04-6F36-499E-A8A3DF5E471D}"/>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9259F4BC-A61B-15C4-F486-FD029DE39E2A}"/>
              </a:ext>
            </a:extLst>
          </p:cNvPr>
          <p:cNvSpPr txBox="1"/>
          <p:nvPr/>
        </p:nvSpPr>
        <p:spPr>
          <a:xfrm>
            <a:off x="648393" y="329230"/>
            <a:ext cx="9980752" cy="5792355"/>
          </a:xfrm>
          <a:prstGeom prst="rect">
            <a:avLst/>
          </a:prstGeom>
          <a:noFill/>
        </p:spPr>
        <p:txBody>
          <a:bodyPr wrap="square">
            <a:spAutoFit/>
          </a:bodyPr>
          <a:lstStyle/>
          <a:p>
            <a:pPr marR="86360">
              <a:lnSpc>
                <a:spcPct val="150000"/>
              </a:lnSpc>
              <a:spcAft>
                <a:spcPts val="585"/>
              </a:spcAft>
            </a:pPr>
            <a:r>
              <a:rPr lang="en-IN" sz="2000" b="1" kern="100" dirty="0">
                <a:effectLst/>
                <a:latin typeface="Calisto MT" panose="02040603050505030304" pitchFamily="18" charset="0"/>
                <a:ea typeface="Calibri" panose="020F0502020204030204" pitchFamily="34" charset="0"/>
                <a:cs typeface="Calibri" panose="020F0502020204030204" pitchFamily="34" charset="0"/>
              </a:rPr>
              <a:t>Handling Missing Values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R="86360" algn="just">
              <a:lnSpc>
                <a:spcPct val="150000"/>
              </a:lnSpc>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Data Quality and Missing Values: The initial dataset contained missing values across several key pollutants and meteorological parameters, as summarized below:</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Timestamp:</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0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Station:</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0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PM2.5 (µg/m³):</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2,347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PM10 (µg/m³):</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2,374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NO (µg/m³):</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2,453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NO2 (µg/m³):</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2,342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NOx (ppb):</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2,328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NH3 (µg/m³):</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2,565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SO2 (µg/m³):</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2,916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CO (mg/m³):</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2,346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86360" lvl="0" indent="-342900" algn="just">
              <a:lnSpc>
                <a:spcPct val="115000"/>
              </a:lnSpc>
              <a:spcAft>
                <a:spcPts val="585"/>
              </a:spcAft>
              <a:buSzPts val="1000"/>
              <a:buFont typeface="Symbol" panose="05050102010706020507" pitchFamily="18" charset="2"/>
              <a:buChar char=""/>
              <a:tabLst>
                <a:tab pos="457200" algn="l"/>
              </a:tabLs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Ozone (µg/m³):</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2,907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74857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E5E69E57-050A-90DE-7D49-023D83D3D0B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05ACC9A-1EF7-5176-9365-700C9CB1580E}"/>
              </a:ext>
            </a:extLst>
          </p:cNvPr>
          <p:cNvSpPr>
            <a:spLocks noGrp="1"/>
          </p:cNvSpPr>
          <p:nvPr>
            <p:ph type="sldNum" sz="quarter" idx="12"/>
          </p:nvPr>
        </p:nvSpPr>
        <p:spPr/>
        <p:txBody>
          <a:bodyPr/>
          <a:lstStyle/>
          <a:p>
            <a:fld id="{8D0AFDD5-844D-364D-8AEC-50CF4D36D55D}" type="slidenum">
              <a:rPr lang="en-US" noProof="0" smtClean="0"/>
              <a:t>10</a:t>
            </a:fld>
            <a:endParaRPr lang="en-US" noProof="0"/>
          </a:p>
        </p:txBody>
      </p:sp>
      <p:sp>
        <p:nvSpPr>
          <p:cNvPr id="9" name="Date Placeholder 8">
            <a:extLst>
              <a:ext uri="{FF2B5EF4-FFF2-40B4-BE49-F238E27FC236}">
                <a16:creationId xmlns:a16="http://schemas.microsoft.com/office/drawing/2014/main" id="{ECBCA1EC-61A3-0EE1-2B77-BE7528AD42E8}"/>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1BCABA9C-2C55-B709-AC2F-89E53067CEFC}"/>
              </a:ext>
            </a:extLst>
          </p:cNvPr>
          <p:cNvSpPr txBox="1"/>
          <p:nvPr/>
        </p:nvSpPr>
        <p:spPr>
          <a:xfrm>
            <a:off x="527796" y="586359"/>
            <a:ext cx="10877266" cy="1787028"/>
          </a:xfrm>
          <a:prstGeom prst="rect">
            <a:avLst/>
          </a:prstGeom>
          <a:noFill/>
        </p:spPr>
        <p:txBody>
          <a:bodyPr wrap="square">
            <a:spAutoFit/>
          </a:bodyPr>
          <a:lstStyle/>
          <a:p>
            <a:pPr marR="86360" algn="just">
              <a:lnSpc>
                <a:spcPct val="150000"/>
              </a:lnSpc>
              <a:spcAft>
                <a:spcPts val="585"/>
              </a:spcAf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Data Cleaning Process: A Hierarchical Imputation Approach</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R="86360" algn="just">
              <a:lnSpc>
                <a:spcPct val="150000"/>
              </a:lnSpc>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To address missing values in the air quality dataset, a hierarchical imputation strategy was employed. This approach leverages temporal patterns and spatial similarities to fill in gaps in the data while preserving the underlying structure.</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0233B36-361F-3341-2DD0-18C1F7597E78}"/>
              </a:ext>
            </a:extLst>
          </p:cNvPr>
          <p:cNvSpPr txBox="1"/>
          <p:nvPr/>
        </p:nvSpPr>
        <p:spPr>
          <a:xfrm>
            <a:off x="469607" y="2708086"/>
            <a:ext cx="10993644" cy="1277273"/>
          </a:xfrm>
          <a:prstGeom prst="rect">
            <a:avLst/>
          </a:prstGeom>
          <a:noFill/>
        </p:spPr>
        <p:txBody>
          <a:bodyPr wrap="square">
            <a:spAutoFit/>
          </a:bodyPr>
          <a:lstStyle/>
          <a:p>
            <a:pPr marR="86360" algn="just">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Step 1: Quarterly Grouping and Imputation</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marR="86360" algn="just">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The data was initially grouped by </a:t>
            </a:r>
            <a:r>
              <a:rPr lang="en-IN" sz="1800" b="1" kern="100" dirty="0">
                <a:effectLst/>
                <a:latin typeface="Calisto MT" panose="02040603050505030304" pitchFamily="18" charset="0"/>
                <a:ea typeface="Calibri" panose="020F0502020204030204" pitchFamily="34" charset="0"/>
                <a:cs typeface="Calibri" panose="020F0502020204030204" pitchFamily="34" charset="0"/>
              </a:rPr>
              <a:t>Station</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a:t>
            </a:r>
            <a:r>
              <a:rPr lang="en-IN" sz="1800" b="1" kern="100" dirty="0">
                <a:effectLst/>
                <a:latin typeface="Calisto MT" panose="02040603050505030304" pitchFamily="18" charset="0"/>
                <a:ea typeface="Calibri" panose="020F0502020204030204" pitchFamily="34" charset="0"/>
                <a:cs typeface="Calibri" panose="020F0502020204030204" pitchFamily="34" charset="0"/>
              </a:rPr>
              <a:t>Year</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and Quarter to capture seasonal variations and local trends.</a:t>
            </a:r>
            <a:r>
              <a:rPr lang="en-IN" sz="1600" kern="100" dirty="0">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sto MT" panose="02040603050505030304" pitchFamily="18" charset="0"/>
                <a:ea typeface="Calibri" panose="020F0502020204030204" pitchFamily="34" charset="0"/>
                <a:cs typeface="Calibri" panose="020F0502020204030204" pitchFamily="34" charset="0"/>
              </a:rPr>
              <a:t>Imputation with Similar Stations: Missing values within each quarter were filled using the mean values of similar stations during the same quarter.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C3AC7EFD-02E6-2672-31A0-5427AB46D9FF}"/>
              </a:ext>
            </a:extLst>
          </p:cNvPr>
          <p:cNvPicPr>
            <a:picLocks noChangeAspect="1"/>
          </p:cNvPicPr>
          <p:nvPr/>
        </p:nvPicPr>
        <p:blipFill>
          <a:blip r:embed="rId2"/>
          <a:stretch>
            <a:fillRect/>
          </a:stretch>
        </p:blipFill>
        <p:spPr>
          <a:xfrm>
            <a:off x="363145" y="4194412"/>
            <a:ext cx="10906080" cy="669396"/>
          </a:xfrm>
          <a:prstGeom prst="rect">
            <a:avLst/>
          </a:prstGeom>
        </p:spPr>
      </p:pic>
      <p:sp>
        <p:nvSpPr>
          <p:cNvPr id="11" name="TextBox 10">
            <a:extLst>
              <a:ext uri="{FF2B5EF4-FFF2-40B4-BE49-F238E27FC236}">
                <a16:creationId xmlns:a16="http://schemas.microsoft.com/office/drawing/2014/main" id="{20E7F3C1-BF4B-BA4B-25F6-6A7C4703E311}"/>
              </a:ext>
            </a:extLst>
          </p:cNvPr>
          <p:cNvSpPr txBox="1"/>
          <p:nvPr/>
        </p:nvSpPr>
        <p:spPr>
          <a:xfrm>
            <a:off x="1496932" y="4981951"/>
            <a:ext cx="8188036" cy="422360"/>
          </a:xfrm>
          <a:prstGeom prst="rect">
            <a:avLst/>
          </a:prstGeom>
          <a:noFill/>
        </p:spPr>
        <p:txBody>
          <a:bodyPr wrap="square">
            <a:spAutoFit/>
          </a:bodyPr>
          <a:lstStyle/>
          <a:p>
            <a:pPr marR="86360" algn="ctr">
              <a:lnSpc>
                <a:spcPct val="150000"/>
              </a:lnSpc>
              <a:spcAft>
                <a:spcPts val="585"/>
              </a:spcAft>
            </a:pPr>
            <a:r>
              <a:rPr lang="en-IN" sz="1600" kern="100" dirty="0">
                <a:effectLst/>
                <a:latin typeface="Calisto MT" panose="02040603050505030304" pitchFamily="18" charset="0"/>
                <a:ea typeface="Calibri" panose="020F0502020204030204" pitchFamily="34" charset="0"/>
                <a:cs typeface="Calibri" panose="020F0502020204030204" pitchFamily="34" charset="0"/>
              </a:rPr>
              <a:t>Figure : Missing values in after  Quarterly Grouping and Imputation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27710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11</a:t>
            </a:fld>
            <a:endParaRPr lang="en-US" noProof="0"/>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11" name="TextBox 10">
            <a:extLst>
              <a:ext uri="{FF2B5EF4-FFF2-40B4-BE49-F238E27FC236}">
                <a16:creationId xmlns:a16="http://schemas.microsoft.com/office/drawing/2014/main" id="{2A3DEDA1-6344-D55B-FED8-C4FC0181D12A}"/>
              </a:ext>
            </a:extLst>
          </p:cNvPr>
          <p:cNvSpPr txBox="1"/>
          <p:nvPr/>
        </p:nvSpPr>
        <p:spPr>
          <a:xfrm>
            <a:off x="838201" y="250811"/>
            <a:ext cx="9473564" cy="1631216"/>
          </a:xfrm>
          <a:prstGeom prst="rect">
            <a:avLst/>
          </a:prstGeom>
          <a:noFill/>
        </p:spPr>
        <p:txBody>
          <a:bodyPr wrap="square">
            <a:spAutoFit/>
          </a:bodyPr>
          <a:lstStyle/>
          <a:p>
            <a:pPr marR="86360" algn="just">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Step 2: Semester Imputation</a:t>
            </a:r>
            <a:r>
              <a:rPr lang="en-IN" sz="1600" kern="100" dirty="0">
                <a:latin typeface="Calibri" panose="020F0502020204030204" pitchFamily="34" charset="0"/>
                <a:ea typeface="Calibri" panose="020F0502020204030204" pitchFamily="34" charset="0"/>
                <a:cs typeface="Times New Roman" panose="02020603050405020304" pitchFamily="18" charset="0"/>
              </a:rPr>
              <a:t>   : </a:t>
            </a:r>
            <a:r>
              <a:rPr lang="en-IN" sz="1800" kern="100" dirty="0">
                <a:effectLst/>
                <a:latin typeface="Calisto MT" panose="02040603050505030304" pitchFamily="18" charset="0"/>
                <a:ea typeface="Calibri" panose="020F0502020204030204" pitchFamily="34" charset="0"/>
                <a:cs typeface="Calibri" panose="020F0502020204030204" pitchFamily="34" charset="0"/>
              </a:rPr>
              <a:t>For remaining missing values after the quarterly imputation:</a:t>
            </a:r>
            <a:endParaRPr lang="en-IN" sz="1600" kern="100" dirty="0">
              <a:latin typeface="Calibri" panose="020F0502020204030204" pitchFamily="34" charset="0"/>
              <a:ea typeface="Calibri" panose="020F0502020204030204" pitchFamily="34" charset="0"/>
              <a:cs typeface="Times New Roman" panose="02020603050405020304" pitchFamily="18" charset="0"/>
            </a:endParaRPr>
          </a:p>
          <a:p>
            <a:pPr marR="86360" algn="just">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Data Grouping: The data was grouped by </a:t>
            </a:r>
            <a:r>
              <a:rPr lang="en-IN" sz="1800" b="1" kern="100" dirty="0">
                <a:effectLst/>
                <a:latin typeface="Calisto MT" panose="02040603050505030304" pitchFamily="18" charset="0"/>
                <a:ea typeface="Calibri" panose="020F0502020204030204" pitchFamily="34" charset="0"/>
                <a:cs typeface="Calibri" panose="020F0502020204030204" pitchFamily="34" charset="0"/>
              </a:rPr>
              <a:t>Station</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and </a:t>
            </a:r>
            <a:r>
              <a:rPr lang="en-IN" sz="1800" b="1" kern="100" dirty="0">
                <a:effectLst/>
                <a:latin typeface="Calisto MT" panose="02040603050505030304" pitchFamily="18" charset="0"/>
                <a:ea typeface="Calibri" panose="020F0502020204030204" pitchFamily="34" charset="0"/>
                <a:cs typeface="Calibri" panose="020F0502020204030204" pitchFamily="34" charset="0"/>
              </a:rPr>
              <a:t>Year</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into six-month periods (semesters).</a:t>
            </a:r>
          </a:p>
          <a:p>
            <a:pPr marR="86360" lvl="0" algn="just">
              <a:spcAft>
                <a:spcPts val="585"/>
              </a:spcAft>
              <a:tabLst>
                <a:tab pos="457200" algn="l"/>
              </a:tabLst>
            </a:pPr>
            <a:r>
              <a:rPr lang="en-IN" sz="1800" b="1" dirty="0">
                <a:effectLst/>
                <a:latin typeface="Calisto MT" panose="02040603050505030304" pitchFamily="18" charset="0"/>
                <a:ea typeface="Calibri" panose="020F0502020204030204" pitchFamily="34" charset="0"/>
                <a:cs typeface="Calibri" panose="020F0502020204030204" pitchFamily="34" charset="0"/>
              </a:rPr>
              <a:t>Imputation:</a:t>
            </a:r>
            <a:r>
              <a:rPr lang="en-IN" sz="1800" dirty="0">
                <a:effectLst/>
                <a:latin typeface="Calisto MT" panose="02040603050505030304" pitchFamily="18" charset="0"/>
                <a:ea typeface="Calibri" panose="020F0502020204030204" pitchFamily="34" charset="0"/>
                <a:cs typeface="Calibri" panose="020F0502020204030204" pitchFamily="34" charset="0"/>
              </a:rPr>
              <a:t> Missing values within each semester were filled using the mean values of the same station during that semester. This approach leverages the temporal pattern within a year to infer missing values.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1638FC39-9DC0-18A8-13F7-D52718BA5FA0}"/>
              </a:ext>
            </a:extLst>
          </p:cNvPr>
          <p:cNvPicPr>
            <a:picLocks noChangeAspect="1"/>
          </p:cNvPicPr>
          <p:nvPr/>
        </p:nvPicPr>
        <p:blipFill>
          <a:blip r:embed="rId2"/>
          <a:stretch>
            <a:fillRect/>
          </a:stretch>
        </p:blipFill>
        <p:spPr>
          <a:xfrm>
            <a:off x="600187" y="2091046"/>
            <a:ext cx="10991626" cy="795139"/>
          </a:xfrm>
          <a:prstGeom prst="rect">
            <a:avLst/>
          </a:prstGeom>
        </p:spPr>
      </p:pic>
      <p:sp>
        <p:nvSpPr>
          <p:cNvPr id="14" name="TextBox 13">
            <a:extLst>
              <a:ext uri="{FF2B5EF4-FFF2-40B4-BE49-F238E27FC236}">
                <a16:creationId xmlns:a16="http://schemas.microsoft.com/office/drawing/2014/main" id="{CFC20533-ADAE-8319-499C-40B1A22ABB37}"/>
              </a:ext>
            </a:extLst>
          </p:cNvPr>
          <p:cNvSpPr txBox="1"/>
          <p:nvPr/>
        </p:nvSpPr>
        <p:spPr>
          <a:xfrm>
            <a:off x="3066011" y="2828783"/>
            <a:ext cx="6059978" cy="422360"/>
          </a:xfrm>
          <a:prstGeom prst="rect">
            <a:avLst/>
          </a:prstGeom>
          <a:noFill/>
        </p:spPr>
        <p:txBody>
          <a:bodyPr wrap="square">
            <a:spAutoFit/>
          </a:bodyPr>
          <a:lstStyle/>
          <a:p>
            <a:pPr marR="86360" algn="ctr">
              <a:lnSpc>
                <a:spcPct val="150000"/>
              </a:lnSpc>
              <a:spcAft>
                <a:spcPts val="585"/>
              </a:spcAft>
            </a:pPr>
            <a:r>
              <a:rPr lang="en-IN" sz="1600" kern="100" dirty="0">
                <a:effectLst/>
                <a:latin typeface="Calisto MT" panose="02040603050505030304" pitchFamily="18" charset="0"/>
                <a:ea typeface="Calibri" panose="020F0502020204030204" pitchFamily="34" charset="0"/>
                <a:cs typeface="Calibri" panose="020F0502020204030204" pitchFamily="34" charset="0"/>
              </a:rPr>
              <a:t>Figure 3.3.2: Missing values in after  Semester Imputation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1AE104FD-B3A8-3060-DF3F-F9F958C49116}"/>
              </a:ext>
            </a:extLst>
          </p:cNvPr>
          <p:cNvSpPr txBox="1"/>
          <p:nvPr/>
        </p:nvSpPr>
        <p:spPr>
          <a:xfrm>
            <a:off x="600187" y="3510151"/>
            <a:ext cx="10515600" cy="923330"/>
          </a:xfrm>
          <a:prstGeom prst="rect">
            <a:avLst/>
          </a:prstGeom>
          <a:noFill/>
        </p:spPr>
        <p:txBody>
          <a:bodyPr wrap="square">
            <a:spAutoFit/>
          </a:bodyPr>
          <a:lstStyle/>
          <a:p>
            <a:pPr marR="86360" algn="just">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Step 3 : 9-Month Period Grouping and Imputation</a:t>
            </a:r>
            <a:r>
              <a:rPr lang="en-IN" sz="1600" kern="100" dirty="0">
                <a:latin typeface="Calibri" panose="020F0502020204030204" pitchFamily="34" charset="0"/>
                <a:ea typeface="Calibri" panose="020F0502020204030204" pitchFamily="34" charset="0"/>
                <a:cs typeface="Times New Roman" panose="02020603050405020304" pitchFamily="18" charset="0"/>
              </a:rPr>
              <a:t> .</a:t>
            </a:r>
            <a:r>
              <a:rPr lang="en-IN" sz="1800" kern="100" dirty="0">
                <a:effectLst/>
                <a:latin typeface="Calisto MT" panose="02040603050505030304" pitchFamily="18" charset="0"/>
                <a:ea typeface="Calibri" panose="020F0502020204030204" pitchFamily="34" charset="0"/>
                <a:cs typeface="Calibri" panose="020F0502020204030204" pitchFamily="34" charset="0"/>
              </a:rPr>
              <a:t>To address remaining missing values, a broader 9-month period was considered. This wider window allows for more data points to be used for imputation, especially in cases where quarterly data was insufficient.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7" name="Picture 16">
            <a:extLst>
              <a:ext uri="{FF2B5EF4-FFF2-40B4-BE49-F238E27FC236}">
                <a16:creationId xmlns:a16="http://schemas.microsoft.com/office/drawing/2014/main" id="{31D3FA42-2473-B184-8646-F70631BF7CFE}"/>
              </a:ext>
            </a:extLst>
          </p:cNvPr>
          <p:cNvPicPr>
            <a:picLocks noChangeAspect="1"/>
          </p:cNvPicPr>
          <p:nvPr/>
        </p:nvPicPr>
        <p:blipFill>
          <a:blip r:embed="rId3"/>
          <a:stretch>
            <a:fillRect/>
          </a:stretch>
        </p:blipFill>
        <p:spPr>
          <a:xfrm>
            <a:off x="600187" y="4456038"/>
            <a:ext cx="10991626" cy="795139"/>
          </a:xfrm>
          <a:prstGeom prst="rect">
            <a:avLst/>
          </a:prstGeom>
        </p:spPr>
      </p:pic>
      <p:sp>
        <p:nvSpPr>
          <p:cNvPr id="19" name="TextBox 18">
            <a:extLst>
              <a:ext uri="{FF2B5EF4-FFF2-40B4-BE49-F238E27FC236}">
                <a16:creationId xmlns:a16="http://schemas.microsoft.com/office/drawing/2014/main" id="{D87D246A-5721-8B1E-E32C-A5844225BE46}"/>
              </a:ext>
            </a:extLst>
          </p:cNvPr>
          <p:cNvSpPr txBox="1"/>
          <p:nvPr/>
        </p:nvSpPr>
        <p:spPr>
          <a:xfrm>
            <a:off x="1864995" y="5164513"/>
            <a:ext cx="8462009" cy="422360"/>
          </a:xfrm>
          <a:prstGeom prst="rect">
            <a:avLst/>
          </a:prstGeom>
          <a:noFill/>
        </p:spPr>
        <p:txBody>
          <a:bodyPr wrap="square">
            <a:spAutoFit/>
          </a:bodyPr>
          <a:lstStyle/>
          <a:p>
            <a:pPr marR="86360" algn="ctr">
              <a:lnSpc>
                <a:spcPct val="150000"/>
              </a:lnSpc>
              <a:spcAft>
                <a:spcPts val="585"/>
              </a:spcAft>
            </a:pPr>
            <a:r>
              <a:rPr lang="en-IN" sz="1600" kern="100" dirty="0">
                <a:effectLst/>
                <a:latin typeface="Calisto MT" panose="02040603050505030304" pitchFamily="18" charset="0"/>
                <a:ea typeface="Calibri" panose="020F0502020204030204" pitchFamily="34" charset="0"/>
                <a:cs typeface="Calibri" panose="020F0502020204030204" pitchFamily="34" charset="0"/>
              </a:rPr>
              <a:t>Figure : Missing values in after 9-Month Period Grouping and Imputation</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CBA652C4-7049-4BCF-741B-83BF36CB54FB}"/>
              </a:ext>
            </a:extLst>
          </p:cNvPr>
          <p:cNvSpPr txBox="1"/>
          <p:nvPr/>
        </p:nvSpPr>
        <p:spPr>
          <a:xfrm>
            <a:off x="600187" y="5754573"/>
            <a:ext cx="10515600" cy="646331"/>
          </a:xfrm>
          <a:prstGeom prst="rect">
            <a:avLst/>
          </a:prstGeom>
          <a:noFill/>
        </p:spPr>
        <p:txBody>
          <a:bodyPr wrap="square">
            <a:spAutoFit/>
          </a:bodyPr>
          <a:lstStyle/>
          <a:p>
            <a:r>
              <a:rPr lang="en-IN" dirty="0">
                <a:latin typeface="Calisto MT" panose="02040603050505030304" pitchFamily="18" charset="0"/>
                <a:ea typeface="Calibri" panose="020F0502020204030204" pitchFamily="34" charset="0"/>
                <a:cs typeface="Calibri" panose="020F0502020204030204" pitchFamily="34" charset="0"/>
              </a:rPr>
              <a:t>T</a:t>
            </a:r>
            <a:r>
              <a:rPr lang="en-IN" sz="1800" dirty="0">
                <a:effectLst/>
                <a:latin typeface="Calisto MT" panose="02040603050505030304" pitchFamily="18" charset="0"/>
                <a:ea typeface="Calibri" panose="020F0502020204030204" pitchFamily="34" charset="0"/>
                <a:cs typeface="Calibri" panose="020F0502020204030204" pitchFamily="34" charset="0"/>
              </a:rPr>
              <a:t>he hierarchical imputation strategy provides a robust and effective method for handling missing values in air quality datasets</a:t>
            </a:r>
            <a:endParaRPr lang="en-IN" dirty="0"/>
          </a:p>
        </p:txBody>
      </p:sp>
    </p:spTree>
    <p:extLst>
      <p:ext uri="{BB962C8B-B14F-4D97-AF65-F5344CB8AC3E}">
        <p14:creationId xmlns:p14="http://schemas.microsoft.com/office/powerpoint/2010/main" val="776308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12</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10" name="TextBox 9">
            <a:extLst>
              <a:ext uri="{FF2B5EF4-FFF2-40B4-BE49-F238E27FC236}">
                <a16:creationId xmlns:a16="http://schemas.microsoft.com/office/drawing/2014/main" id="{4C56C9A5-307B-8A36-9C72-7D526955B5CA}"/>
              </a:ext>
            </a:extLst>
          </p:cNvPr>
          <p:cNvSpPr txBox="1"/>
          <p:nvPr/>
        </p:nvSpPr>
        <p:spPr>
          <a:xfrm>
            <a:off x="638002" y="491690"/>
            <a:ext cx="10915996" cy="2248693"/>
          </a:xfrm>
          <a:prstGeom prst="rect">
            <a:avLst/>
          </a:prstGeom>
          <a:noFill/>
        </p:spPr>
        <p:txBody>
          <a:bodyPr wrap="square">
            <a:spAutoFit/>
          </a:bodyPr>
          <a:lstStyle/>
          <a:p>
            <a:pPr marR="86360" algn="just">
              <a:lnSpc>
                <a:spcPct val="150000"/>
              </a:lnSpc>
              <a:spcAft>
                <a:spcPts val="585"/>
              </a:spcAft>
            </a:pPr>
            <a:r>
              <a:rPr lang="en-IN" sz="2000" b="1" kern="100" dirty="0">
                <a:effectLst/>
                <a:latin typeface="Calisto MT" panose="02040603050505030304" pitchFamily="18" charset="0"/>
                <a:ea typeface="Calibri" panose="020F0502020204030204" pitchFamily="34" charset="0"/>
                <a:cs typeface="Calibri" panose="020F0502020204030204" pitchFamily="34" charset="0"/>
              </a:rPr>
              <a:t>AQI Calculation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R="86360" algn="just">
              <a:lnSpc>
                <a:spcPct val="150000"/>
              </a:lnSpc>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After cleaning the dataset and addressing missing values, an additional column, Calculated AQI, was added to represent the Air Quality Index (AQI) for each day and station. The AQI was computed using the </a:t>
            </a:r>
            <a:r>
              <a:rPr lang="en-IN" sz="1800" i="1" kern="100" dirty="0">
                <a:effectLst/>
                <a:latin typeface="Calisto MT" panose="02040603050505030304" pitchFamily="18" charset="0"/>
                <a:ea typeface="Calibri" panose="020F0502020204030204" pitchFamily="34" charset="0"/>
                <a:cs typeface="Calibri" panose="020F0502020204030204" pitchFamily="34" charset="0"/>
              </a:rPr>
              <a:t>AQI Calculator  </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a:t>
            </a:r>
            <a:r>
              <a:rPr lang="en-IN" sz="1800" u="sng" kern="100" dirty="0">
                <a:solidFill>
                  <a:srgbClr val="0563C1"/>
                </a:solidFill>
                <a:effectLst/>
                <a:latin typeface="Calisto MT" panose="02040603050505030304" pitchFamily="18" charset="0"/>
                <a:ea typeface="Calibri" panose="020F0502020204030204" pitchFamily="34" charset="0"/>
                <a:cs typeface="Calibri" panose="020F0502020204030204" pitchFamily="34" charset="0"/>
                <a:hlinkClick r:id="rId2"/>
              </a:rPr>
              <a:t>version: aqi_calculator_v2-2021.10.03.xlsm</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a tool that calculates AQI based on India's AQI breakpoint information provided by the </a:t>
            </a:r>
            <a:r>
              <a:rPr lang="en-IN" sz="1800" i="1" kern="100" dirty="0">
                <a:effectLst/>
                <a:latin typeface="Calisto MT" panose="02040603050505030304" pitchFamily="18" charset="0"/>
                <a:ea typeface="Calibri" panose="020F0502020204030204" pitchFamily="34" charset="0"/>
                <a:cs typeface="Calibri" panose="020F0502020204030204" pitchFamily="34" charset="0"/>
              </a:rPr>
              <a:t>Central Pollution Control Board (CPCB)</a:t>
            </a:r>
            <a:r>
              <a:rPr lang="en-IN" sz="1800" kern="100" dirty="0">
                <a:effectLst/>
                <a:latin typeface="Calisto MT" panose="02040603050505030304" pitchFamily="18" charset="0"/>
                <a:ea typeface="Calibri" panose="020F0502020204030204" pitchFamily="34" charset="0"/>
                <a:cs typeface="Calibri" panose="020F0502020204030204" pitchFamily="34" charset="0"/>
              </a:rPr>
              <a: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C4141A98-5082-CE7C-5CD6-DA80AD53840B}"/>
              </a:ext>
            </a:extLst>
          </p:cNvPr>
          <p:cNvSpPr txBox="1"/>
          <p:nvPr/>
        </p:nvSpPr>
        <p:spPr>
          <a:xfrm>
            <a:off x="638002" y="3029692"/>
            <a:ext cx="6101542" cy="374270"/>
          </a:xfrm>
          <a:prstGeom prst="rect">
            <a:avLst/>
          </a:prstGeom>
          <a:noFill/>
        </p:spPr>
        <p:txBody>
          <a:bodyPr wrap="square">
            <a:spAutoFit/>
          </a:bodyPr>
          <a:lstStyle/>
          <a:p>
            <a:pPr>
              <a:lnSpc>
                <a:spcPct val="107000"/>
              </a:lnSpc>
              <a:spcAft>
                <a:spcPts val="800"/>
              </a:spcAf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Data Normalization and Scaling</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6E13E876-56DD-4FB4-398A-975485DF4D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079" y="3454039"/>
            <a:ext cx="9339668" cy="2375176"/>
          </a:xfrm>
          <a:prstGeom prst="rect">
            <a:avLst/>
          </a:prstGeom>
        </p:spPr>
      </p:pic>
      <p:sp>
        <p:nvSpPr>
          <p:cNvPr id="15" name="TextBox 14">
            <a:extLst>
              <a:ext uri="{FF2B5EF4-FFF2-40B4-BE49-F238E27FC236}">
                <a16:creationId xmlns:a16="http://schemas.microsoft.com/office/drawing/2014/main" id="{9C8D54DC-03E1-2BAE-F972-A9187EC11D08}"/>
              </a:ext>
            </a:extLst>
          </p:cNvPr>
          <p:cNvSpPr txBox="1"/>
          <p:nvPr/>
        </p:nvSpPr>
        <p:spPr>
          <a:xfrm>
            <a:off x="1831253" y="5829215"/>
            <a:ext cx="6101542" cy="463588"/>
          </a:xfrm>
          <a:prstGeom prst="rect">
            <a:avLst/>
          </a:prstGeom>
          <a:noFill/>
        </p:spPr>
        <p:txBody>
          <a:bodyPr wrap="square">
            <a:spAutoFit/>
          </a:bodyPr>
          <a:lstStyle/>
          <a:p>
            <a:pPr marR="86360" algn="ctr">
              <a:lnSpc>
                <a:spcPct val="150000"/>
              </a:lnSpc>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Figure  :Final </a:t>
            </a:r>
            <a:r>
              <a:rPr lang="en-IN" sz="1800" kern="100" dirty="0" err="1">
                <a:effectLst/>
                <a:latin typeface="Calisto MT" panose="02040603050505030304" pitchFamily="18" charset="0"/>
                <a:ea typeface="Calibri" panose="020F0502020204030204" pitchFamily="34" charset="0"/>
                <a:cs typeface="Calibri" panose="020F0502020204030204" pitchFamily="34" charset="0"/>
              </a:rPr>
              <a:t>preprocessed</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AQI Data set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78490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13</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4" name="TextBox 3">
            <a:extLst>
              <a:ext uri="{FF2B5EF4-FFF2-40B4-BE49-F238E27FC236}">
                <a16:creationId xmlns:a16="http://schemas.microsoft.com/office/drawing/2014/main" id="{0E28C01E-D789-A9EE-9AF3-90AEBB8A9EEB}"/>
              </a:ext>
            </a:extLst>
          </p:cNvPr>
          <p:cNvSpPr txBox="1"/>
          <p:nvPr/>
        </p:nvSpPr>
        <p:spPr>
          <a:xfrm>
            <a:off x="725978" y="425736"/>
            <a:ext cx="3895898" cy="4816703"/>
          </a:xfrm>
          <a:prstGeom prst="rect">
            <a:avLst/>
          </a:prstGeom>
          <a:noFill/>
        </p:spPr>
        <p:txBody>
          <a:bodyPr wrap="square">
            <a:spAutoFit/>
          </a:bodyPr>
          <a:lstStyle/>
          <a:p>
            <a:pPr marR="86360" algn="just">
              <a:lnSpc>
                <a:spcPct val="150000"/>
              </a:lnSpc>
              <a:spcAft>
                <a:spcPts val="585"/>
              </a:spcAft>
            </a:pPr>
            <a:r>
              <a:rPr lang="en-IN" sz="2000" b="1" kern="100" dirty="0">
                <a:effectLst/>
                <a:latin typeface="Calisto MT" panose="02040603050505030304" pitchFamily="18" charset="0"/>
                <a:ea typeface="Calibri" panose="020F0502020204030204" pitchFamily="34" charset="0"/>
                <a:cs typeface="Calibri" panose="020F0502020204030204" pitchFamily="34" charset="0"/>
              </a:rPr>
              <a:t>Exploratory Data analysis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2000" b="1" dirty="0">
                <a:effectLst/>
                <a:latin typeface="Calisto MT" panose="02040603050505030304" pitchFamily="18" charset="0"/>
                <a:ea typeface="Calibri" panose="020F0502020204030204" pitchFamily="34" charset="0"/>
                <a:cs typeface="Calibri" panose="020F0502020204030204" pitchFamily="34" charset="0"/>
              </a:rPr>
              <a:t>Data Visualization: </a:t>
            </a:r>
            <a:r>
              <a:rPr lang="en-IN" sz="1800" dirty="0">
                <a:effectLst/>
                <a:latin typeface="Calisto MT" panose="02040603050505030304" pitchFamily="18" charset="0"/>
                <a:ea typeface="Calibri" panose="020F0502020204030204" pitchFamily="34" charset="0"/>
                <a:cs typeface="Calibri" panose="020F0502020204030204" pitchFamily="34" charset="0"/>
              </a:rPr>
              <a:t>Data visualization is the graphical representation of data using visual elements like charts, graphs, maps, and plots.</a:t>
            </a:r>
          </a:p>
          <a:p>
            <a:endParaRPr lang="en-IN" dirty="0">
              <a:latin typeface="Calisto MT" panose="02040603050505030304" pitchFamily="18" charset="0"/>
              <a:ea typeface="Calibri" panose="020F0502020204030204" pitchFamily="34" charset="0"/>
              <a:cs typeface="Calibri" panose="020F0502020204030204" pitchFamily="34" charset="0"/>
            </a:endParaRPr>
          </a:p>
          <a:p>
            <a:endParaRPr lang="en-IN" sz="1800" dirty="0">
              <a:effectLst/>
              <a:latin typeface="Calisto MT" panose="02040603050505030304" pitchFamily="18" charset="0"/>
              <a:ea typeface="Calibri" panose="020F0502020204030204" pitchFamily="34" charset="0"/>
              <a:cs typeface="Calibri" panose="020F0502020204030204" pitchFamily="34" charset="0"/>
            </a:endParaRPr>
          </a:p>
          <a:p>
            <a:r>
              <a:rPr lang="en-IN" sz="1800" kern="100" dirty="0">
                <a:effectLst/>
                <a:latin typeface="Calisto MT" panose="02040603050505030304" pitchFamily="18" charset="0"/>
                <a:ea typeface="Calibri" panose="020F0502020204030204" pitchFamily="34" charset="0"/>
                <a:cs typeface="Calibri" panose="020F0502020204030204" pitchFamily="34" charset="0"/>
              </a:rPr>
              <a:t>In the context of an AQI prediction project, data visualization involves creating visual representations of air quality data (e.g., pollutant concentrations, meteorological factors, temporal trends) to uncover patterns, relationships in the data.</a:t>
            </a:r>
            <a:r>
              <a:rPr lang="en-IN" sz="1800" b="1" kern="100" dirty="0">
                <a:effectLst/>
                <a:latin typeface="Calisto MT" panose="02040603050505030304" pitchFamily="18" charset="0"/>
                <a:ea typeface="Calibri" panose="020F0502020204030204" pitchFamily="34" charset="0"/>
                <a:cs typeface="Calibri" panose="020F0502020204030204" pitchFamily="34"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54CADC51-B3AC-8026-5F92-EFA5D43D120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2067" y="0"/>
            <a:ext cx="6243955" cy="5889625"/>
          </a:xfrm>
          <a:prstGeom prst="rect">
            <a:avLst/>
          </a:prstGeom>
          <a:noFill/>
          <a:ln>
            <a:noFill/>
          </a:ln>
        </p:spPr>
      </p:pic>
      <p:sp>
        <p:nvSpPr>
          <p:cNvPr id="10" name="TextBox 9">
            <a:extLst>
              <a:ext uri="{FF2B5EF4-FFF2-40B4-BE49-F238E27FC236}">
                <a16:creationId xmlns:a16="http://schemas.microsoft.com/office/drawing/2014/main" id="{9B9A7052-6392-6889-B1F9-D5458ED2C295}"/>
              </a:ext>
            </a:extLst>
          </p:cNvPr>
          <p:cNvSpPr txBox="1"/>
          <p:nvPr/>
        </p:nvSpPr>
        <p:spPr>
          <a:xfrm>
            <a:off x="5222067" y="5882275"/>
            <a:ext cx="6101542" cy="463588"/>
          </a:xfrm>
          <a:prstGeom prst="rect">
            <a:avLst/>
          </a:prstGeom>
          <a:noFill/>
        </p:spPr>
        <p:txBody>
          <a:bodyPr wrap="square">
            <a:spAutoFit/>
          </a:bodyPr>
          <a:lstStyle/>
          <a:p>
            <a:pPr marR="86360" algn="ctr">
              <a:lnSpc>
                <a:spcPct val="150000"/>
              </a:lnSpc>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Figure  Correlation plot Using </a:t>
            </a:r>
            <a:r>
              <a:rPr lang="en-IN" sz="1800" kern="100" dirty="0" err="1">
                <a:effectLst/>
                <a:latin typeface="Calisto MT" panose="02040603050505030304" pitchFamily="18" charset="0"/>
                <a:ea typeface="Calibri" panose="020F0502020204030204" pitchFamily="34" charset="0"/>
                <a:cs typeface="Calibri" panose="020F0502020204030204" pitchFamily="34" charset="0"/>
              </a:rPr>
              <a:t>pairplot</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4047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14</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sp>
        <p:nvSpPr>
          <p:cNvPr id="3" name="TextBox 2">
            <a:extLst>
              <a:ext uri="{FF2B5EF4-FFF2-40B4-BE49-F238E27FC236}">
                <a16:creationId xmlns:a16="http://schemas.microsoft.com/office/drawing/2014/main" id="{6BC5B523-AB06-D8AA-CE40-90F7431B2A3E}"/>
              </a:ext>
            </a:extLst>
          </p:cNvPr>
          <p:cNvSpPr txBox="1"/>
          <p:nvPr/>
        </p:nvSpPr>
        <p:spPr>
          <a:xfrm>
            <a:off x="210589" y="693475"/>
            <a:ext cx="11770822" cy="5506636"/>
          </a:xfrm>
          <a:prstGeom prst="rect">
            <a:avLst/>
          </a:prstGeom>
          <a:noFill/>
        </p:spPr>
        <p:txBody>
          <a:bodyPr wrap="square">
            <a:spAutoFit/>
          </a:bodyPr>
          <a:lstStyle/>
          <a:p>
            <a:pPr algn="l"/>
            <a:r>
              <a:rPr lang="en-US" b="0" i="0" dirty="0">
                <a:solidFill>
                  <a:srgbClr val="1F1F1F"/>
                </a:solidFill>
                <a:effectLst/>
                <a:latin typeface="Roboto" panose="02000000000000000000" pitchFamily="2" charset="0"/>
              </a:rPr>
              <a:t>This </a:t>
            </a:r>
            <a:r>
              <a:rPr lang="en-US" b="0" i="0" dirty="0" err="1">
                <a:solidFill>
                  <a:srgbClr val="1F1F1F"/>
                </a:solidFill>
                <a:effectLst/>
                <a:latin typeface="Roboto" panose="02000000000000000000" pitchFamily="2" charset="0"/>
              </a:rPr>
              <a:t>pairplot</a:t>
            </a:r>
            <a:r>
              <a:rPr lang="en-US" b="0" i="0" dirty="0">
                <a:solidFill>
                  <a:srgbClr val="1F1F1F"/>
                </a:solidFill>
                <a:effectLst/>
                <a:latin typeface="Roboto" panose="02000000000000000000" pitchFamily="2" charset="0"/>
              </a:rPr>
              <a:t> now shows the relationships between variables colored by </a:t>
            </a:r>
            <a:r>
              <a:rPr lang="en-US" b="0" i="0" dirty="0" err="1">
                <a:solidFill>
                  <a:srgbClr val="1F1F1F"/>
                </a:solidFill>
                <a:effectLst/>
                <a:latin typeface="Roboto" panose="02000000000000000000" pitchFamily="2" charset="0"/>
              </a:rPr>
              <a:t>AQI_Category</a:t>
            </a:r>
            <a:r>
              <a:rPr lang="en-US" b="0" i="0" dirty="0">
                <a:solidFill>
                  <a:srgbClr val="1F1F1F"/>
                </a:solidFill>
                <a:effectLst/>
                <a:latin typeface="Roboto" panose="02000000000000000000" pitchFamily="2" charset="0"/>
              </a:rPr>
              <a:t>, which adds another dimension to our analysis:</a:t>
            </a:r>
          </a:p>
          <a:p>
            <a:pPr algn="l"/>
            <a:endParaRPr lang="en-US" b="0" i="0" dirty="0">
              <a:solidFill>
                <a:srgbClr val="1F1F1F"/>
              </a:solidFill>
              <a:effectLst/>
              <a:latin typeface="Roboto" panose="02000000000000000000" pitchFamily="2" charset="0"/>
            </a:endParaRPr>
          </a:p>
          <a:p>
            <a:pPr algn="l">
              <a:spcAft>
                <a:spcPts val="450"/>
              </a:spcAft>
            </a:pPr>
            <a:r>
              <a:rPr lang="en-US" b="1" i="0" dirty="0">
                <a:solidFill>
                  <a:srgbClr val="1F1F1F"/>
                </a:solidFill>
                <a:effectLst/>
                <a:latin typeface="Roboto" panose="02000000000000000000" pitchFamily="2" charset="0"/>
              </a:rPr>
              <a:t>Color Distribution:</a:t>
            </a:r>
            <a:endParaRPr lang="en-US" b="0" i="0" dirty="0">
              <a:solidFill>
                <a:srgbClr val="1F1F1F"/>
              </a:solidFill>
              <a:effectLst/>
              <a:latin typeface="Roboto" panose="02000000000000000000" pitchFamily="2" charset="0"/>
            </a:endParaRPr>
          </a:p>
          <a:p>
            <a:pPr algn="l">
              <a:spcAft>
                <a:spcPts val="450"/>
              </a:spcAft>
              <a:buFont typeface="Arial" panose="020B0604020202020204" pitchFamily="34" charset="0"/>
              <a:buChar char="•"/>
            </a:pPr>
            <a:r>
              <a:rPr lang="en-US" b="0" i="0" dirty="0">
                <a:solidFill>
                  <a:srgbClr val="1F1F1F"/>
                </a:solidFill>
                <a:effectLst/>
                <a:latin typeface="Roboto" panose="02000000000000000000" pitchFamily="2" charset="0"/>
              </a:rPr>
              <a:t>The points are colored based on AQI categories (Good, Moderate, Poor, etc.) This helps visualize how different pollutant combinations relate to air quality categories</a:t>
            </a:r>
          </a:p>
          <a:p>
            <a:pPr algn="l">
              <a:spcAft>
                <a:spcPts val="450"/>
              </a:spcAft>
              <a:buFont typeface="Arial" panose="020B0604020202020204" pitchFamily="34" charset="0"/>
              <a:buChar char="•"/>
            </a:pPr>
            <a:endParaRPr lang="en-US" b="0" i="0" dirty="0">
              <a:solidFill>
                <a:srgbClr val="1F1F1F"/>
              </a:solidFill>
              <a:effectLst/>
              <a:latin typeface="Roboto" panose="02000000000000000000" pitchFamily="2" charset="0"/>
            </a:endParaRPr>
          </a:p>
          <a:p>
            <a:pPr algn="l">
              <a:spcAft>
                <a:spcPts val="450"/>
              </a:spcAft>
              <a:buFont typeface="Arial" panose="020B0604020202020204" pitchFamily="34" charset="0"/>
              <a:buChar char="•"/>
            </a:pPr>
            <a:r>
              <a:rPr lang="en-US" b="1" i="0" dirty="0">
                <a:solidFill>
                  <a:srgbClr val="1F1F1F"/>
                </a:solidFill>
                <a:effectLst/>
                <a:latin typeface="Roboto" panose="02000000000000000000" pitchFamily="2" charset="0"/>
              </a:rPr>
              <a:t> Relationships:</a:t>
            </a:r>
            <a:endParaRPr lang="en-US" b="0" i="0" dirty="0">
              <a:solidFill>
                <a:srgbClr val="1F1F1F"/>
              </a:solidFill>
              <a:effectLst/>
              <a:latin typeface="Roboto" panose="02000000000000000000" pitchFamily="2" charset="0"/>
            </a:endParaRPr>
          </a:p>
          <a:p>
            <a:pPr algn="l">
              <a:spcAft>
                <a:spcPts val="450"/>
              </a:spcAft>
              <a:buFont typeface="Arial" panose="020B0604020202020204" pitchFamily="34" charset="0"/>
              <a:buChar char="•"/>
            </a:pPr>
            <a:r>
              <a:rPr lang="en-US" b="0" i="0" dirty="0">
                <a:solidFill>
                  <a:srgbClr val="1F1F1F"/>
                </a:solidFill>
                <a:effectLst/>
                <a:latin typeface="Roboto" panose="02000000000000000000" pitchFamily="2" charset="0"/>
              </a:rPr>
              <a:t>PM2.5 vs PM10: Shows strong positive correlation with higher AQI categories (warmer colors) clustering in the upper right</a:t>
            </a:r>
          </a:p>
          <a:p>
            <a:pPr algn="l">
              <a:spcAft>
                <a:spcPts val="450"/>
              </a:spcAft>
              <a:buFont typeface="Arial" panose="020B0604020202020204" pitchFamily="34" charset="0"/>
              <a:buChar char="•"/>
            </a:pPr>
            <a:r>
              <a:rPr lang="en-US" b="0" i="0" dirty="0">
                <a:solidFill>
                  <a:srgbClr val="1F1F1F"/>
                </a:solidFill>
                <a:effectLst/>
                <a:latin typeface="Roboto" panose="02000000000000000000" pitchFamily="2" charset="0"/>
              </a:rPr>
              <a:t>NO vs NOx: Clear positive correlation with AQI categories showing distinct clustering</a:t>
            </a:r>
          </a:p>
          <a:p>
            <a:pPr algn="l">
              <a:spcAft>
                <a:spcPts val="450"/>
              </a:spcAft>
              <a:buFont typeface="Arial" panose="020B0604020202020204" pitchFamily="34" charset="0"/>
              <a:buChar char="•"/>
            </a:pPr>
            <a:r>
              <a:rPr lang="en-US" b="0" i="0" dirty="0">
                <a:solidFill>
                  <a:srgbClr val="1F1F1F"/>
                </a:solidFill>
                <a:effectLst/>
                <a:latin typeface="Roboto" panose="02000000000000000000" pitchFamily="2" charset="0"/>
              </a:rPr>
              <a:t>PM2.5/PM10 vs AQI: Higher values correspond to worse AQI categories, showing direct influence on air quality</a:t>
            </a:r>
          </a:p>
          <a:p>
            <a:pPr algn="l">
              <a:spcAft>
                <a:spcPts val="450"/>
              </a:spcAft>
            </a:pPr>
            <a:endParaRPr lang="en-US" b="0" i="0" dirty="0">
              <a:solidFill>
                <a:srgbClr val="1F1F1F"/>
              </a:solidFill>
              <a:effectLst/>
              <a:latin typeface="Roboto" panose="02000000000000000000" pitchFamily="2" charset="0"/>
            </a:endParaRPr>
          </a:p>
          <a:p>
            <a:pPr algn="l">
              <a:spcAft>
                <a:spcPts val="450"/>
              </a:spcAft>
            </a:pPr>
            <a:r>
              <a:rPr lang="en-US" b="1" i="0" dirty="0">
                <a:solidFill>
                  <a:srgbClr val="1F1F1F"/>
                </a:solidFill>
                <a:effectLst/>
                <a:latin typeface="Roboto" panose="02000000000000000000" pitchFamily="2" charset="0"/>
              </a:rPr>
              <a:t>Pollutant Patterns:</a:t>
            </a:r>
            <a:endParaRPr lang="en-US" b="0" i="0" dirty="0">
              <a:solidFill>
                <a:srgbClr val="1F1F1F"/>
              </a:solidFill>
              <a:effectLst/>
              <a:latin typeface="Roboto" panose="02000000000000000000" pitchFamily="2" charset="0"/>
            </a:endParaRPr>
          </a:p>
          <a:p>
            <a:pPr algn="l">
              <a:spcAft>
                <a:spcPts val="450"/>
              </a:spcAft>
              <a:buFont typeface="Arial" panose="020B0604020202020204" pitchFamily="34" charset="0"/>
              <a:buChar char="•"/>
            </a:pPr>
            <a:r>
              <a:rPr lang="en-US" b="0" i="0" dirty="0">
                <a:solidFill>
                  <a:srgbClr val="1F1F1F"/>
                </a:solidFill>
                <a:effectLst/>
                <a:latin typeface="Roboto" panose="02000000000000000000" pitchFamily="2" charset="0"/>
              </a:rPr>
              <a:t>Higher concentrations of PM2.5, PM10, and NOx tend to correspond with worse AQI categories.</a:t>
            </a:r>
          </a:p>
          <a:p>
            <a:pPr algn="l">
              <a:spcAft>
                <a:spcPts val="450"/>
              </a:spcAft>
              <a:buFont typeface="Arial" panose="020B0604020202020204" pitchFamily="34" charset="0"/>
              <a:buChar char="•"/>
            </a:pPr>
            <a:r>
              <a:rPr lang="en-US" b="0" i="0" dirty="0">
                <a:solidFill>
                  <a:srgbClr val="1F1F1F"/>
                </a:solidFill>
                <a:effectLst/>
                <a:latin typeface="Roboto" panose="02000000000000000000" pitchFamily="2" charset="0"/>
              </a:rPr>
              <a:t>Ozone shows more mixed distribution across AQI categories</a:t>
            </a:r>
          </a:p>
          <a:p>
            <a:pPr algn="l">
              <a:spcAft>
                <a:spcPts val="450"/>
              </a:spcAft>
              <a:buFont typeface="Arial" panose="020B0604020202020204" pitchFamily="34" charset="0"/>
              <a:buChar char="•"/>
            </a:pPr>
            <a:r>
              <a:rPr lang="en-US" b="0" i="0" dirty="0">
                <a:solidFill>
                  <a:srgbClr val="1F1F1F"/>
                </a:solidFill>
                <a:effectLst/>
                <a:latin typeface="Roboto" panose="02000000000000000000" pitchFamily="2" charset="0"/>
              </a:rPr>
              <a:t>CO shows some clustering of higher AQI categories at higher concentrations</a:t>
            </a:r>
          </a:p>
        </p:txBody>
      </p:sp>
    </p:spTree>
    <p:extLst>
      <p:ext uri="{BB962C8B-B14F-4D97-AF65-F5344CB8AC3E}">
        <p14:creationId xmlns:p14="http://schemas.microsoft.com/office/powerpoint/2010/main" val="22409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764248-3267-2845-F372-4BFF18C9D631}"/>
              </a:ext>
            </a:extLst>
          </p:cNvPr>
          <p:cNvSpPr>
            <a:spLocks noGrp="1"/>
          </p:cNvSpPr>
          <p:nvPr>
            <p:ph type="sldNum" sz="quarter" idx="12"/>
          </p:nvPr>
        </p:nvSpPr>
        <p:spPr/>
        <p:txBody>
          <a:bodyPr/>
          <a:lstStyle/>
          <a:p>
            <a:fld id="{8D0AFDD5-844D-364D-8AEC-50CF4D36D55D}" type="slidenum">
              <a:rPr lang="en-US" noProof="0" smtClean="0"/>
              <a:t>15</a:t>
            </a:fld>
            <a:endParaRPr lang="en-US" noProof="0"/>
          </a:p>
        </p:txBody>
      </p:sp>
      <p:sp>
        <p:nvSpPr>
          <p:cNvPr id="8" name="Footer Placeholder 7">
            <a:extLst>
              <a:ext uri="{FF2B5EF4-FFF2-40B4-BE49-F238E27FC236}">
                <a16:creationId xmlns:a16="http://schemas.microsoft.com/office/drawing/2014/main" id="{0F699D5B-1CC6-34C6-E9BD-BD7CEE5A1A28}"/>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D5F16590-FA01-EB13-634E-DD0AB7F3FC36}"/>
              </a:ext>
            </a:extLst>
          </p:cNvPr>
          <p:cNvSpPr>
            <a:spLocks noGrp="1"/>
          </p:cNvSpPr>
          <p:nvPr>
            <p:ph type="dt" sz="half" idx="10"/>
          </p:nvPr>
        </p:nvSpPr>
        <p:spPr/>
        <p:txBody>
          <a:bodyPr/>
          <a:lstStyle/>
          <a:p>
            <a:r>
              <a:rPr lang="en-US" noProof="0"/>
              <a:t>20XX</a:t>
            </a:r>
          </a:p>
        </p:txBody>
      </p:sp>
      <p:pic>
        <p:nvPicPr>
          <p:cNvPr id="2" name="Picture 1">
            <a:extLst>
              <a:ext uri="{FF2B5EF4-FFF2-40B4-BE49-F238E27FC236}">
                <a16:creationId xmlns:a16="http://schemas.microsoft.com/office/drawing/2014/main" id="{BFD1DA08-DC83-422D-3433-23BFB503CF3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47603" y="611005"/>
            <a:ext cx="8296794" cy="4415145"/>
          </a:xfrm>
          <a:prstGeom prst="rect">
            <a:avLst/>
          </a:prstGeom>
          <a:noFill/>
          <a:ln>
            <a:noFill/>
          </a:ln>
        </p:spPr>
      </p:pic>
      <p:sp>
        <p:nvSpPr>
          <p:cNvPr id="4" name="TextBox 3">
            <a:extLst>
              <a:ext uri="{FF2B5EF4-FFF2-40B4-BE49-F238E27FC236}">
                <a16:creationId xmlns:a16="http://schemas.microsoft.com/office/drawing/2014/main" id="{08B8366B-A469-394C-FF61-997D00043B7E}"/>
              </a:ext>
            </a:extLst>
          </p:cNvPr>
          <p:cNvSpPr txBox="1"/>
          <p:nvPr/>
        </p:nvSpPr>
        <p:spPr>
          <a:xfrm>
            <a:off x="725978" y="241673"/>
            <a:ext cx="6101542" cy="369332"/>
          </a:xfrm>
          <a:prstGeom prst="rect">
            <a:avLst/>
          </a:prstGeom>
          <a:noFill/>
        </p:spPr>
        <p:txBody>
          <a:bodyPr wrap="square">
            <a:spAutoFit/>
          </a:bodyPr>
          <a:lstStyle/>
          <a:p>
            <a:r>
              <a:rPr lang="en-IN" sz="1800" dirty="0">
                <a:effectLst/>
                <a:latin typeface="Calisto MT" panose="02040603050505030304" pitchFamily="18" charset="0"/>
                <a:ea typeface="Calibri" panose="020F0502020204030204" pitchFamily="34" charset="0"/>
                <a:cs typeface="Calibri" panose="020F0502020204030204" pitchFamily="34" charset="0"/>
              </a:rPr>
              <a:t>Boxplot for visualization of PM distributions across stations</a:t>
            </a:r>
            <a:endParaRPr lang="en-IN" dirty="0"/>
          </a:p>
        </p:txBody>
      </p:sp>
      <p:sp>
        <p:nvSpPr>
          <p:cNvPr id="6" name="TextBox 5">
            <a:extLst>
              <a:ext uri="{FF2B5EF4-FFF2-40B4-BE49-F238E27FC236}">
                <a16:creationId xmlns:a16="http://schemas.microsoft.com/office/drawing/2014/main" id="{AD3E1D78-2D79-A626-1F53-725139AD2050}"/>
              </a:ext>
            </a:extLst>
          </p:cNvPr>
          <p:cNvSpPr txBox="1"/>
          <p:nvPr/>
        </p:nvSpPr>
        <p:spPr>
          <a:xfrm>
            <a:off x="725977" y="5026150"/>
            <a:ext cx="10396451" cy="861774"/>
          </a:xfrm>
          <a:prstGeom prst="rect">
            <a:avLst/>
          </a:prstGeom>
          <a:noFill/>
        </p:spPr>
        <p:txBody>
          <a:bodyPr wrap="square">
            <a:spAutoFit/>
          </a:bodyPr>
          <a:lstStyle/>
          <a:p>
            <a:pPr marR="86360">
              <a:lnSpc>
                <a:spcPct val="150000"/>
              </a:lnSpc>
              <a:spcAft>
                <a:spcPts val="585"/>
              </a:spcAft>
            </a:pPr>
            <a:r>
              <a:rPr lang="en-IN" sz="1800" b="1" kern="100" dirty="0">
                <a:effectLst/>
                <a:latin typeface="Calisto MT" panose="02040603050505030304" pitchFamily="18" charset="0"/>
                <a:ea typeface="Calibri" panose="020F0502020204030204" pitchFamily="34" charset="0"/>
                <a:cs typeface="Calibri" panose="020F0502020204030204" pitchFamily="34" charset="0"/>
              </a:rPr>
              <a:t>we can observe:</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Calisto MT" panose="02040603050505030304" pitchFamily="18" charset="0"/>
                <a:ea typeface="Calibri" panose="020F0502020204030204" pitchFamily="34" charset="0"/>
                <a:cs typeface="Calibri" panose="020F0502020204030204" pitchFamily="34" charset="0"/>
              </a:rPr>
              <a:t>PM10 levels (orange boxes) are consistently higher than PM2.5 levels across all stations. </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93948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49E1437-749D-5AB4-22A9-7730F89D3C1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518AEB15-3EB2-1796-FA78-413C01800295}"/>
              </a:ext>
            </a:extLst>
          </p:cNvPr>
          <p:cNvSpPr>
            <a:spLocks noGrp="1"/>
          </p:cNvSpPr>
          <p:nvPr>
            <p:ph type="sldNum" sz="quarter" idx="12"/>
          </p:nvPr>
        </p:nvSpPr>
        <p:spPr/>
        <p:txBody>
          <a:bodyPr/>
          <a:lstStyle/>
          <a:p>
            <a:fld id="{8D0AFDD5-844D-364D-8AEC-50CF4D36D55D}" type="slidenum">
              <a:rPr lang="en-US" noProof="0" smtClean="0"/>
              <a:t>16</a:t>
            </a:fld>
            <a:endParaRPr lang="en-US" noProof="0"/>
          </a:p>
        </p:txBody>
      </p:sp>
      <p:sp>
        <p:nvSpPr>
          <p:cNvPr id="8" name="Footer Placeholder 7">
            <a:extLst>
              <a:ext uri="{FF2B5EF4-FFF2-40B4-BE49-F238E27FC236}">
                <a16:creationId xmlns:a16="http://schemas.microsoft.com/office/drawing/2014/main" id="{4F336B0F-16B7-CD71-1F64-2E7081957563}"/>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545B135B-9042-9A62-3034-A8F3CAD581A4}"/>
              </a:ext>
            </a:extLst>
          </p:cNvPr>
          <p:cNvSpPr>
            <a:spLocks noGrp="1"/>
          </p:cNvSpPr>
          <p:nvPr>
            <p:ph type="dt" sz="half" idx="10"/>
          </p:nvPr>
        </p:nvSpPr>
        <p:spPr/>
        <p:txBody>
          <a:bodyPr/>
          <a:lstStyle/>
          <a:p>
            <a:r>
              <a:rPr lang="en-US" noProof="0"/>
              <a:t>20XX</a:t>
            </a:r>
          </a:p>
        </p:txBody>
      </p:sp>
      <p:pic>
        <p:nvPicPr>
          <p:cNvPr id="2" name="Picture 1">
            <a:extLst>
              <a:ext uri="{FF2B5EF4-FFF2-40B4-BE49-F238E27FC236}">
                <a16:creationId xmlns:a16="http://schemas.microsoft.com/office/drawing/2014/main" id="{DB02EB63-9251-4BE0-E073-C97B7B19E6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11799" y="855181"/>
            <a:ext cx="8296477" cy="5517831"/>
          </a:xfrm>
          <a:prstGeom prst="rect">
            <a:avLst/>
          </a:prstGeom>
          <a:noFill/>
          <a:ln>
            <a:noFill/>
          </a:ln>
        </p:spPr>
      </p:pic>
      <p:sp>
        <p:nvSpPr>
          <p:cNvPr id="4" name="TextBox 3">
            <a:extLst>
              <a:ext uri="{FF2B5EF4-FFF2-40B4-BE49-F238E27FC236}">
                <a16:creationId xmlns:a16="http://schemas.microsoft.com/office/drawing/2014/main" id="{3AEF41B6-2C54-707E-8064-C474919C0DC4}"/>
              </a:ext>
            </a:extLst>
          </p:cNvPr>
          <p:cNvSpPr txBox="1"/>
          <p:nvPr/>
        </p:nvSpPr>
        <p:spPr>
          <a:xfrm>
            <a:off x="606829" y="484988"/>
            <a:ext cx="6101542" cy="369332"/>
          </a:xfrm>
          <a:prstGeom prst="rect">
            <a:avLst/>
          </a:prstGeom>
          <a:noFill/>
        </p:spPr>
        <p:txBody>
          <a:bodyPr wrap="square">
            <a:spAutoFit/>
          </a:bodyPr>
          <a:lstStyle/>
          <a:p>
            <a:r>
              <a:rPr lang="en-IN" sz="1800" dirty="0">
                <a:effectLst/>
                <a:latin typeface="Calisto MT" panose="02040603050505030304" pitchFamily="18" charset="0"/>
                <a:ea typeface="Calibri" panose="020F0502020204030204" pitchFamily="34" charset="0"/>
                <a:cs typeface="Calibri" panose="020F0502020204030204" pitchFamily="34" charset="0"/>
              </a:rPr>
              <a:t>Average AQI levels across different stations in Mumbai</a:t>
            </a:r>
            <a:endParaRPr lang="en-IN" dirty="0"/>
          </a:p>
        </p:txBody>
      </p:sp>
    </p:spTree>
    <p:extLst>
      <p:ext uri="{BB962C8B-B14F-4D97-AF65-F5344CB8AC3E}">
        <p14:creationId xmlns:p14="http://schemas.microsoft.com/office/powerpoint/2010/main" val="677787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D8774BD-B511-C632-20A9-7BA6D4D7E49C}"/>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AE5D5FD-04B9-515F-16B6-BAF1DB6DA8E7}"/>
              </a:ext>
            </a:extLst>
          </p:cNvPr>
          <p:cNvSpPr>
            <a:spLocks noGrp="1"/>
          </p:cNvSpPr>
          <p:nvPr>
            <p:ph type="sldNum" sz="quarter" idx="12"/>
          </p:nvPr>
        </p:nvSpPr>
        <p:spPr/>
        <p:txBody>
          <a:bodyPr/>
          <a:lstStyle/>
          <a:p>
            <a:fld id="{8D0AFDD5-844D-364D-8AEC-50CF4D36D55D}" type="slidenum">
              <a:rPr lang="en-US" noProof="0" smtClean="0"/>
              <a:t>17</a:t>
            </a:fld>
            <a:endParaRPr lang="en-US" noProof="0"/>
          </a:p>
        </p:txBody>
      </p:sp>
      <p:sp>
        <p:nvSpPr>
          <p:cNvPr id="8" name="Footer Placeholder 7">
            <a:extLst>
              <a:ext uri="{FF2B5EF4-FFF2-40B4-BE49-F238E27FC236}">
                <a16:creationId xmlns:a16="http://schemas.microsoft.com/office/drawing/2014/main" id="{5836EE3F-D495-2133-ADB7-EAEFB48BA046}"/>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0E8C1C21-4477-8207-4290-12802A141079}"/>
              </a:ext>
            </a:extLst>
          </p:cNvPr>
          <p:cNvSpPr>
            <a:spLocks noGrp="1"/>
          </p:cNvSpPr>
          <p:nvPr>
            <p:ph type="dt" sz="half" idx="10"/>
          </p:nvPr>
        </p:nvSpPr>
        <p:spPr/>
        <p:txBody>
          <a:bodyPr/>
          <a:lstStyle/>
          <a:p>
            <a:r>
              <a:rPr lang="en-US" noProof="0"/>
              <a:t>20XX</a:t>
            </a:r>
          </a:p>
        </p:txBody>
      </p:sp>
      <p:pic>
        <p:nvPicPr>
          <p:cNvPr id="2" name="Picture 1">
            <a:extLst>
              <a:ext uri="{FF2B5EF4-FFF2-40B4-BE49-F238E27FC236}">
                <a16:creationId xmlns:a16="http://schemas.microsoft.com/office/drawing/2014/main" id="{7AB1A707-011A-9BA9-E2D8-10950DA5CC7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21080" y="1174617"/>
            <a:ext cx="10005582" cy="3979274"/>
          </a:xfrm>
          <a:prstGeom prst="rect">
            <a:avLst/>
          </a:prstGeom>
          <a:noFill/>
          <a:ln>
            <a:noFill/>
          </a:ln>
        </p:spPr>
      </p:pic>
      <p:sp>
        <p:nvSpPr>
          <p:cNvPr id="4" name="TextBox 3">
            <a:extLst>
              <a:ext uri="{FF2B5EF4-FFF2-40B4-BE49-F238E27FC236}">
                <a16:creationId xmlns:a16="http://schemas.microsoft.com/office/drawing/2014/main" id="{F709676E-793A-5EF3-7F5D-B16964471EF0}"/>
              </a:ext>
            </a:extLst>
          </p:cNvPr>
          <p:cNvSpPr txBox="1"/>
          <p:nvPr/>
        </p:nvSpPr>
        <p:spPr>
          <a:xfrm>
            <a:off x="1021080" y="588417"/>
            <a:ext cx="6101542" cy="369332"/>
          </a:xfrm>
          <a:prstGeom prst="rect">
            <a:avLst/>
          </a:prstGeom>
          <a:noFill/>
        </p:spPr>
        <p:txBody>
          <a:bodyPr wrap="square">
            <a:spAutoFit/>
          </a:bodyPr>
          <a:lstStyle/>
          <a:p>
            <a:r>
              <a:rPr lang="en-IN" sz="1800" dirty="0">
                <a:effectLst/>
                <a:latin typeface="Calisto MT" panose="02040603050505030304" pitchFamily="18" charset="0"/>
                <a:ea typeface="Calibri" panose="020F0502020204030204" pitchFamily="34" charset="0"/>
                <a:cs typeface="Calibri" panose="020F0502020204030204" pitchFamily="34" charset="0"/>
              </a:rPr>
              <a:t>Monthly AQI trends for the top 5 most polluted stations</a:t>
            </a:r>
            <a:endParaRPr lang="en-IN" dirty="0"/>
          </a:p>
        </p:txBody>
      </p:sp>
      <p:sp>
        <p:nvSpPr>
          <p:cNvPr id="10" name="TextBox 9">
            <a:extLst>
              <a:ext uri="{FF2B5EF4-FFF2-40B4-BE49-F238E27FC236}">
                <a16:creationId xmlns:a16="http://schemas.microsoft.com/office/drawing/2014/main" id="{7C2BF7C0-17F7-BFF1-7282-F407466D1BEF}"/>
              </a:ext>
            </a:extLst>
          </p:cNvPr>
          <p:cNvSpPr txBox="1"/>
          <p:nvPr/>
        </p:nvSpPr>
        <p:spPr>
          <a:xfrm>
            <a:off x="1203959" y="5544883"/>
            <a:ext cx="7923415" cy="369332"/>
          </a:xfrm>
          <a:prstGeom prst="rect">
            <a:avLst/>
          </a:prstGeom>
          <a:noFill/>
        </p:spPr>
        <p:txBody>
          <a:bodyPr wrap="square">
            <a:spAutoFit/>
          </a:bodyPr>
          <a:lstStyle/>
          <a:p>
            <a:r>
              <a:rPr lang="en-IN" sz="1800" dirty="0">
                <a:effectLst/>
                <a:latin typeface="Calisto MT" panose="02040603050505030304" pitchFamily="18" charset="0"/>
                <a:ea typeface="Calibri" panose="020F0502020204030204" pitchFamily="34" charset="0"/>
                <a:cs typeface="Calibri" panose="020F0502020204030204" pitchFamily="34" charset="0"/>
              </a:rPr>
              <a:t>These Figure help to identify spatial and temporal pollution patterns effectively</a:t>
            </a:r>
            <a:endParaRPr lang="en-IN" dirty="0"/>
          </a:p>
        </p:txBody>
      </p:sp>
    </p:spTree>
    <p:extLst>
      <p:ext uri="{BB962C8B-B14F-4D97-AF65-F5344CB8AC3E}">
        <p14:creationId xmlns:p14="http://schemas.microsoft.com/office/powerpoint/2010/main" val="2100490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411931D-426D-73A0-BA51-FF3F9BC1F098}"/>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0FFD118-0317-726B-D05B-5EC4B3B7F5F5}"/>
              </a:ext>
            </a:extLst>
          </p:cNvPr>
          <p:cNvSpPr>
            <a:spLocks noGrp="1"/>
          </p:cNvSpPr>
          <p:nvPr>
            <p:ph type="sldNum" sz="quarter" idx="12"/>
          </p:nvPr>
        </p:nvSpPr>
        <p:spPr/>
        <p:txBody>
          <a:bodyPr/>
          <a:lstStyle/>
          <a:p>
            <a:fld id="{8D0AFDD5-844D-364D-8AEC-50CF4D36D55D}" type="slidenum">
              <a:rPr lang="en-US" noProof="0" smtClean="0"/>
              <a:t>18</a:t>
            </a:fld>
            <a:endParaRPr lang="en-US" noProof="0"/>
          </a:p>
        </p:txBody>
      </p:sp>
      <p:sp>
        <p:nvSpPr>
          <p:cNvPr id="8" name="Footer Placeholder 7">
            <a:extLst>
              <a:ext uri="{FF2B5EF4-FFF2-40B4-BE49-F238E27FC236}">
                <a16:creationId xmlns:a16="http://schemas.microsoft.com/office/drawing/2014/main" id="{1204843D-CFD2-B0CA-4C64-E81C3BC2A3F9}"/>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842D19E2-91B0-37F9-107E-00AEDCDEBBF6}"/>
              </a:ext>
            </a:extLst>
          </p:cNvPr>
          <p:cNvSpPr>
            <a:spLocks noGrp="1"/>
          </p:cNvSpPr>
          <p:nvPr>
            <p:ph type="dt" sz="half" idx="10"/>
          </p:nvPr>
        </p:nvSpPr>
        <p:spPr/>
        <p:txBody>
          <a:bodyPr/>
          <a:lstStyle/>
          <a:p>
            <a:r>
              <a:rPr lang="en-US" noProof="0"/>
              <a:t>20XX</a:t>
            </a:r>
          </a:p>
        </p:txBody>
      </p:sp>
      <p:sp>
        <p:nvSpPr>
          <p:cNvPr id="5" name="TextBox 4">
            <a:extLst>
              <a:ext uri="{FF2B5EF4-FFF2-40B4-BE49-F238E27FC236}">
                <a16:creationId xmlns:a16="http://schemas.microsoft.com/office/drawing/2014/main" id="{FE9D6046-5444-3BC4-CADE-78E5FF970334}"/>
              </a:ext>
            </a:extLst>
          </p:cNvPr>
          <p:cNvSpPr txBox="1"/>
          <p:nvPr/>
        </p:nvSpPr>
        <p:spPr>
          <a:xfrm>
            <a:off x="556952" y="470824"/>
            <a:ext cx="10232967" cy="369332"/>
          </a:xfrm>
          <a:prstGeom prst="rect">
            <a:avLst/>
          </a:prstGeom>
          <a:noFill/>
        </p:spPr>
        <p:txBody>
          <a:bodyPr wrap="square">
            <a:spAutoFit/>
          </a:bodyPr>
          <a:lstStyle/>
          <a:p>
            <a:r>
              <a:rPr lang="en-IN" sz="1800" b="1" dirty="0">
                <a:effectLst/>
                <a:latin typeface="Calisto MT" panose="02040603050505030304" pitchFamily="18" charset="0"/>
                <a:ea typeface="Calibri" panose="020F0502020204030204" pitchFamily="34" charset="0"/>
                <a:cs typeface="Calibri" panose="020F0502020204030204" pitchFamily="34" charset="0"/>
              </a:rPr>
              <a:t>Pollution parameter trends using </a:t>
            </a:r>
            <a:r>
              <a:rPr lang="en-IN" sz="1800" b="1" dirty="0" err="1">
                <a:effectLst/>
                <a:latin typeface="Calisto MT" panose="02040603050505030304" pitchFamily="18" charset="0"/>
                <a:ea typeface="Calibri" panose="020F0502020204030204" pitchFamily="34" charset="0"/>
                <a:cs typeface="Calibri" panose="020F0502020204030204" pitchFamily="34" charset="0"/>
              </a:rPr>
              <a:t>linechart</a:t>
            </a:r>
            <a:r>
              <a:rPr lang="en-IN" sz="1800" b="1" dirty="0">
                <a:effectLst/>
                <a:latin typeface="Calisto MT" panose="02040603050505030304" pitchFamily="18" charset="0"/>
                <a:ea typeface="Calibri" panose="020F0502020204030204" pitchFamily="34" charset="0"/>
                <a:cs typeface="Calibri" panose="020F0502020204030204" pitchFamily="34" charset="0"/>
              </a:rPr>
              <a:t> : </a:t>
            </a:r>
            <a:r>
              <a:rPr lang="en-IN" sz="1800" dirty="0">
                <a:effectLst/>
                <a:latin typeface="Calisto MT" panose="02040603050505030304" pitchFamily="18" charset="0"/>
                <a:ea typeface="Calibri" panose="020F0502020204030204" pitchFamily="34" charset="0"/>
                <a:cs typeface="Calibri" panose="020F0502020204030204" pitchFamily="34" charset="0"/>
              </a:rPr>
              <a:t>Air pollution parameter for top 5 most polluted stations</a:t>
            </a:r>
            <a:endParaRPr lang="en-IN" dirty="0"/>
          </a:p>
        </p:txBody>
      </p:sp>
      <p:pic>
        <p:nvPicPr>
          <p:cNvPr id="14" name="Picture 13">
            <a:extLst>
              <a:ext uri="{FF2B5EF4-FFF2-40B4-BE49-F238E27FC236}">
                <a16:creationId xmlns:a16="http://schemas.microsoft.com/office/drawing/2014/main" id="{F82EC46C-DD55-C221-9C6A-B492E6EDE0E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2296" y="3792458"/>
            <a:ext cx="4269358" cy="2261639"/>
          </a:xfrm>
          <a:prstGeom prst="rect">
            <a:avLst/>
          </a:prstGeom>
          <a:noFill/>
          <a:ln>
            <a:noFill/>
          </a:ln>
        </p:spPr>
      </p:pic>
      <p:pic>
        <p:nvPicPr>
          <p:cNvPr id="15" name="Picture 14">
            <a:extLst>
              <a:ext uri="{FF2B5EF4-FFF2-40B4-BE49-F238E27FC236}">
                <a16:creationId xmlns:a16="http://schemas.microsoft.com/office/drawing/2014/main" id="{5E6FA7C8-4E01-B1AA-5110-2C717C6E0A5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79988" y="3840986"/>
            <a:ext cx="4086493" cy="2164582"/>
          </a:xfrm>
          <a:prstGeom prst="rect">
            <a:avLst/>
          </a:prstGeom>
          <a:noFill/>
          <a:ln>
            <a:noFill/>
          </a:ln>
        </p:spPr>
      </p:pic>
      <p:pic>
        <p:nvPicPr>
          <p:cNvPr id="16" name="Picture 15">
            <a:extLst>
              <a:ext uri="{FF2B5EF4-FFF2-40B4-BE49-F238E27FC236}">
                <a16:creationId xmlns:a16="http://schemas.microsoft.com/office/drawing/2014/main" id="{12E53EFA-A700-7AE0-5724-3593E8A87F7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13797" y="1128796"/>
            <a:ext cx="4086478" cy="2164582"/>
          </a:xfrm>
          <a:prstGeom prst="rect">
            <a:avLst/>
          </a:prstGeom>
          <a:noFill/>
          <a:ln>
            <a:noFill/>
          </a:ln>
        </p:spPr>
      </p:pic>
      <p:pic>
        <p:nvPicPr>
          <p:cNvPr id="17" name="Picture 16">
            <a:extLst>
              <a:ext uri="{FF2B5EF4-FFF2-40B4-BE49-F238E27FC236}">
                <a16:creationId xmlns:a16="http://schemas.microsoft.com/office/drawing/2014/main" id="{505FD2C2-5F9E-7872-7DBD-6D150FC1DF3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01817" y="1128796"/>
            <a:ext cx="3811980" cy="2316856"/>
          </a:xfrm>
          <a:prstGeom prst="rect">
            <a:avLst/>
          </a:prstGeom>
          <a:noFill/>
          <a:ln>
            <a:noFill/>
          </a:ln>
        </p:spPr>
      </p:pic>
      <p:pic>
        <p:nvPicPr>
          <p:cNvPr id="18" name="Picture 17">
            <a:extLst>
              <a:ext uri="{FF2B5EF4-FFF2-40B4-BE49-F238E27FC236}">
                <a16:creationId xmlns:a16="http://schemas.microsoft.com/office/drawing/2014/main" id="{E8B9B6FB-1E33-943D-C1FA-90271DA7DB3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4900" y="1310153"/>
            <a:ext cx="3798940" cy="2012308"/>
          </a:xfrm>
          <a:prstGeom prst="rect">
            <a:avLst/>
          </a:prstGeom>
          <a:noFill/>
          <a:ln>
            <a:noFill/>
          </a:ln>
        </p:spPr>
      </p:pic>
    </p:spTree>
    <p:extLst>
      <p:ext uri="{BB962C8B-B14F-4D97-AF65-F5344CB8AC3E}">
        <p14:creationId xmlns:p14="http://schemas.microsoft.com/office/powerpoint/2010/main" val="49886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93478CC0-DE82-B719-9F1E-32A3926F616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C979601-1050-59E5-25AF-47A5921F6E1D}"/>
              </a:ext>
            </a:extLst>
          </p:cNvPr>
          <p:cNvSpPr>
            <a:spLocks noGrp="1"/>
          </p:cNvSpPr>
          <p:nvPr>
            <p:ph type="sldNum" sz="quarter" idx="12"/>
          </p:nvPr>
        </p:nvSpPr>
        <p:spPr/>
        <p:txBody>
          <a:bodyPr/>
          <a:lstStyle/>
          <a:p>
            <a:fld id="{8D0AFDD5-844D-364D-8AEC-50CF4D36D55D}" type="slidenum">
              <a:rPr lang="en-US" noProof="0" smtClean="0"/>
              <a:t>19</a:t>
            </a:fld>
            <a:endParaRPr lang="en-US" noProof="0"/>
          </a:p>
        </p:txBody>
      </p:sp>
      <p:sp>
        <p:nvSpPr>
          <p:cNvPr id="8" name="Footer Placeholder 7">
            <a:extLst>
              <a:ext uri="{FF2B5EF4-FFF2-40B4-BE49-F238E27FC236}">
                <a16:creationId xmlns:a16="http://schemas.microsoft.com/office/drawing/2014/main" id="{6ABB65BE-1200-841D-39CE-127417559D4C}"/>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ACEDF193-A45D-177B-B9CD-AD4C59DB6D92}"/>
              </a:ext>
            </a:extLst>
          </p:cNvPr>
          <p:cNvSpPr>
            <a:spLocks noGrp="1"/>
          </p:cNvSpPr>
          <p:nvPr>
            <p:ph type="dt" sz="half" idx="10"/>
          </p:nvPr>
        </p:nvSpPr>
        <p:spPr/>
        <p:txBody>
          <a:bodyPr/>
          <a:lstStyle/>
          <a:p>
            <a:r>
              <a:rPr lang="en-US" noProof="0"/>
              <a:t>20XX</a:t>
            </a:r>
          </a:p>
        </p:txBody>
      </p:sp>
      <p:pic>
        <p:nvPicPr>
          <p:cNvPr id="2" name="Picture 1">
            <a:extLst>
              <a:ext uri="{FF2B5EF4-FFF2-40B4-BE49-F238E27FC236}">
                <a16:creationId xmlns:a16="http://schemas.microsoft.com/office/drawing/2014/main" id="{F6F3B850-8AD5-58E9-D326-07B013420813}"/>
              </a:ext>
            </a:extLst>
          </p:cNvPr>
          <p:cNvPicPr>
            <a:picLocks noChangeAspect="1"/>
          </p:cNvPicPr>
          <p:nvPr/>
        </p:nvPicPr>
        <p:blipFill rotWithShape="1">
          <a:blip r:embed="rId2">
            <a:extLst>
              <a:ext uri="{28A0092B-C50C-407E-A947-70E740481C1C}">
                <a14:useLocalDpi xmlns:a14="http://schemas.microsoft.com/office/drawing/2010/main" val="0"/>
              </a:ext>
            </a:extLst>
          </a:blip>
          <a:srcRect l="3581" t="3807" b="9633"/>
          <a:stretch/>
        </p:blipFill>
        <p:spPr bwMode="auto">
          <a:xfrm>
            <a:off x="584827" y="1253155"/>
            <a:ext cx="11022346" cy="4501746"/>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48D34134-285B-51C4-EFCB-E75AB70F8267}"/>
              </a:ext>
            </a:extLst>
          </p:cNvPr>
          <p:cNvSpPr txBox="1"/>
          <p:nvPr/>
        </p:nvSpPr>
        <p:spPr>
          <a:xfrm>
            <a:off x="1203960" y="608019"/>
            <a:ext cx="8056418" cy="369332"/>
          </a:xfrm>
          <a:prstGeom prst="rect">
            <a:avLst/>
          </a:prstGeom>
          <a:noFill/>
        </p:spPr>
        <p:txBody>
          <a:bodyPr wrap="square">
            <a:spAutoFit/>
          </a:bodyPr>
          <a:lstStyle/>
          <a:p>
            <a:r>
              <a:rPr lang="en-IN" sz="1800" b="1" dirty="0" err="1">
                <a:effectLst/>
                <a:latin typeface="Calisto MT" panose="02040603050505030304" pitchFamily="18" charset="0"/>
                <a:ea typeface="Calibri" panose="020F0502020204030204" pitchFamily="34" charset="0"/>
                <a:cs typeface="Calibri" panose="020F0502020204030204" pitchFamily="34" charset="0"/>
              </a:rPr>
              <a:t>TreeMap</a:t>
            </a:r>
            <a:r>
              <a:rPr lang="en-IN" sz="1800" b="1" dirty="0">
                <a:effectLst/>
                <a:latin typeface="Calisto MT" panose="02040603050505030304" pitchFamily="18" charset="0"/>
                <a:ea typeface="Calibri" panose="020F0502020204030204" pitchFamily="34" charset="0"/>
                <a:cs typeface="Calibri" panose="020F0502020204030204" pitchFamily="34" charset="0"/>
              </a:rPr>
              <a:t> for Air pollutant distribution across Mumbai stations </a:t>
            </a:r>
            <a:endParaRPr lang="en-IN" dirty="0"/>
          </a:p>
        </p:txBody>
      </p:sp>
    </p:spTree>
    <p:extLst>
      <p:ext uri="{BB962C8B-B14F-4D97-AF65-F5344CB8AC3E}">
        <p14:creationId xmlns:p14="http://schemas.microsoft.com/office/powerpoint/2010/main" val="3253688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D1022E51-E19C-B785-7009-CB71A79B3377}"/>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B54EF6B-5C97-43D5-C0EA-66C468E2471D}"/>
              </a:ext>
            </a:extLst>
          </p:cNvPr>
          <p:cNvSpPr>
            <a:spLocks noGrp="1"/>
          </p:cNvSpPr>
          <p:nvPr>
            <p:ph type="sldNum" sz="quarter" idx="12"/>
          </p:nvPr>
        </p:nvSpPr>
        <p:spPr/>
        <p:txBody>
          <a:bodyPr/>
          <a:lstStyle/>
          <a:p>
            <a:endParaRPr lang="en-US" noProof="0" dirty="0"/>
          </a:p>
          <a:p>
            <a:endParaRPr lang="en-US" noProof="0" dirty="0"/>
          </a:p>
        </p:txBody>
      </p:sp>
      <p:pic>
        <p:nvPicPr>
          <p:cNvPr id="4098" name="Picture 2">
            <a:extLst>
              <a:ext uri="{FF2B5EF4-FFF2-40B4-BE49-F238E27FC236}">
                <a16:creationId xmlns:a16="http://schemas.microsoft.com/office/drawing/2014/main" id="{3F186550-D57B-5E7A-9D05-D2A099509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385" y="43958"/>
            <a:ext cx="10629145" cy="52758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9E8EC32-5092-3E6D-E95C-7FA1B3E832CB}"/>
              </a:ext>
            </a:extLst>
          </p:cNvPr>
          <p:cNvSpPr txBox="1"/>
          <p:nvPr/>
        </p:nvSpPr>
        <p:spPr>
          <a:xfrm>
            <a:off x="7126704" y="4450285"/>
            <a:ext cx="4283826" cy="461665"/>
          </a:xfrm>
          <a:prstGeom prst="rect">
            <a:avLst/>
          </a:prstGeom>
          <a:noFill/>
        </p:spPr>
        <p:txBody>
          <a:bodyPr wrap="square">
            <a:spAutoFit/>
          </a:bodyPr>
          <a:lstStyle/>
          <a:p>
            <a:pPr marR="86360">
              <a:spcAft>
                <a:spcPts val="585"/>
              </a:spcAft>
            </a:pPr>
            <a:r>
              <a:rPr lang="en-IN" sz="1200" kern="100" dirty="0">
                <a:latin typeface="Calisto MT" panose="02040603050505030304" pitchFamily="18" charset="0"/>
                <a:ea typeface="Calibri" panose="020F0502020204030204" pitchFamily="34" charset="0"/>
                <a:cs typeface="Calibri" panose="020F0502020204030204" pitchFamily="34" charset="0"/>
              </a:rPr>
              <a:t>T</a:t>
            </a:r>
            <a:r>
              <a:rPr lang="en-IN" sz="1200" kern="100" dirty="0">
                <a:effectLst/>
                <a:latin typeface="Calisto MT" panose="02040603050505030304" pitchFamily="18" charset="0"/>
                <a:ea typeface="Calibri" panose="020F0502020204030204" pitchFamily="34" charset="0"/>
                <a:cs typeface="Calibri" panose="020F0502020204030204" pitchFamily="34" charset="0"/>
              </a:rPr>
              <a:t>able provides </a:t>
            </a:r>
            <a:r>
              <a:rPr lang="en-IN" sz="1200" b="1" kern="100" dirty="0">
                <a:effectLst/>
                <a:latin typeface="Calisto MT" panose="02040603050505030304" pitchFamily="18" charset="0"/>
                <a:ea typeface="Calibri" panose="020F0502020204030204" pitchFamily="34" charset="0"/>
                <a:cs typeface="Calibri" panose="020F0502020204030204" pitchFamily="34" charset="0"/>
              </a:rPr>
              <a:t>quantitative details</a:t>
            </a:r>
            <a:r>
              <a:rPr lang="en-IN" sz="1200" kern="100" dirty="0">
                <a:effectLst/>
                <a:latin typeface="Calisto MT" panose="02040603050505030304" pitchFamily="18" charset="0"/>
                <a:ea typeface="Calibri" panose="020F0502020204030204" pitchFamily="34" charset="0"/>
                <a:cs typeface="Calibri" panose="020F0502020204030204" pitchFamily="34" charset="0"/>
              </a:rPr>
              <a:t> for stations and pollutants, making it easy to </a:t>
            </a:r>
            <a:r>
              <a:rPr lang="en-IN" sz="1200" kern="100" dirty="0" err="1">
                <a:effectLst/>
                <a:latin typeface="Calisto MT" panose="02040603050505030304" pitchFamily="18" charset="0"/>
                <a:ea typeface="Calibri" panose="020F0502020204030204" pitchFamily="34" charset="0"/>
                <a:cs typeface="Calibri" panose="020F0502020204030204" pitchFamily="34" charset="0"/>
              </a:rPr>
              <a:t>analyze</a:t>
            </a:r>
            <a:r>
              <a:rPr lang="en-IN" sz="1200" kern="100" dirty="0">
                <a:effectLst/>
                <a:latin typeface="Calisto MT" panose="02040603050505030304" pitchFamily="18" charset="0"/>
                <a:ea typeface="Calibri" panose="020F0502020204030204" pitchFamily="34" charset="0"/>
                <a:cs typeface="Calibri" panose="020F0502020204030204" pitchFamily="34" charset="0"/>
              </a:rPr>
              <a:t> trends.</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B8B343F6-2D7F-55DC-428C-ECE7A9924C83}"/>
              </a:ext>
            </a:extLst>
          </p:cNvPr>
          <p:cNvSpPr txBox="1"/>
          <p:nvPr/>
        </p:nvSpPr>
        <p:spPr>
          <a:xfrm>
            <a:off x="1203960" y="5287095"/>
            <a:ext cx="6101542" cy="276999"/>
          </a:xfrm>
          <a:prstGeom prst="rect">
            <a:avLst/>
          </a:prstGeom>
          <a:noFill/>
        </p:spPr>
        <p:txBody>
          <a:bodyPr wrap="square">
            <a:spAutoFit/>
          </a:bodyPr>
          <a:lstStyle/>
          <a:p>
            <a:r>
              <a:rPr lang="en-IN" sz="1200" dirty="0">
                <a:effectLst/>
                <a:latin typeface="Calisto MT" panose="02040603050505030304" pitchFamily="18" charset="0"/>
                <a:ea typeface="Calibri" panose="020F0502020204030204" pitchFamily="34" charset="0"/>
                <a:cs typeface="Calibri" panose="020F0502020204030204" pitchFamily="34" charset="0"/>
              </a:rPr>
              <a:t>Radar chart of Average Pollution Levels Across 20 Stations in Mumbai</a:t>
            </a:r>
            <a:endParaRPr lang="en-IN" sz="1200" dirty="0"/>
          </a:p>
        </p:txBody>
      </p:sp>
      <p:sp>
        <p:nvSpPr>
          <p:cNvPr id="11" name="TextBox 10">
            <a:extLst>
              <a:ext uri="{FF2B5EF4-FFF2-40B4-BE49-F238E27FC236}">
                <a16:creationId xmlns:a16="http://schemas.microsoft.com/office/drawing/2014/main" id="{335A6CA4-D547-BBFD-B67A-2D532587FAA6}"/>
              </a:ext>
            </a:extLst>
          </p:cNvPr>
          <p:cNvSpPr txBox="1"/>
          <p:nvPr/>
        </p:nvSpPr>
        <p:spPr>
          <a:xfrm>
            <a:off x="414358" y="5601018"/>
            <a:ext cx="11280264" cy="923330"/>
          </a:xfrm>
          <a:prstGeom prst="rect">
            <a:avLst/>
          </a:prstGeom>
          <a:noFill/>
        </p:spPr>
        <p:txBody>
          <a:bodyPr wrap="square">
            <a:spAutoFit/>
          </a:bodyPr>
          <a:lstStyle/>
          <a:p>
            <a:pPr marR="86360">
              <a:spcAft>
                <a:spcPts val="585"/>
              </a:spcAft>
            </a:pPr>
            <a:r>
              <a:rPr lang="en-IN" sz="1800" kern="100" dirty="0">
                <a:effectLst/>
                <a:latin typeface="Calisto MT" panose="02040603050505030304" pitchFamily="18" charset="0"/>
                <a:ea typeface="Calibri" panose="020F0502020204030204" pitchFamily="34" charset="0"/>
                <a:cs typeface="Calibri" panose="020F0502020204030204" pitchFamily="34" charset="0"/>
              </a:rPr>
              <a:t>Together, these visualizations allow stakeholders to helps </a:t>
            </a:r>
            <a:r>
              <a:rPr lang="en-IN" sz="1800" kern="100" dirty="0" err="1">
                <a:effectLst/>
                <a:latin typeface="Calisto MT" panose="02040603050505030304" pitchFamily="18" charset="0"/>
                <a:ea typeface="Calibri" panose="020F0502020204030204" pitchFamily="34" charset="0"/>
                <a:cs typeface="Calibri" panose="020F0502020204030204" pitchFamily="34" charset="0"/>
              </a:rPr>
              <a:t>toIdentify</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stations with poor air quality and </a:t>
            </a:r>
            <a:r>
              <a:rPr lang="en-IN" sz="1800" kern="100" dirty="0" err="1">
                <a:effectLst/>
                <a:latin typeface="Calisto MT" panose="02040603050505030304" pitchFamily="18" charset="0"/>
                <a:ea typeface="Calibri" panose="020F0502020204030204" pitchFamily="34" charset="0"/>
                <a:cs typeface="Calibri" panose="020F0502020204030204" pitchFamily="34" charset="0"/>
              </a:rPr>
              <a:t>analyze</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the contribution of individual pollutants, it </a:t>
            </a:r>
            <a:r>
              <a:rPr lang="en-IN" sz="1800" kern="100" dirty="0" err="1">
                <a:effectLst/>
                <a:latin typeface="Calisto MT" panose="02040603050505030304" pitchFamily="18" charset="0"/>
                <a:ea typeface="Calibri" panose="020F0502020204030204" pitchFamily="34" charset="0"/>
                <a:cs typeface="Calibri" panose="020F0502020204030204" pitchFamily="34" charset="0"/>
              </a:rPr>
              <a:t>alsohelps</a:t>
            </a:r>
            <a:r>
              <a:rPr lang="en-IN" sz="1800" kern="100" dirty="0">
                <a:effectLst/>
                <a:latin typeface="Calisto MT" panose="02040603050505030304" pitchFamily="18" charset="0"/>
                <a:ea typeface="Calibri" panose="020F0502020204030204" pitchFamily="34" charset="0"/>
                <a:cs typeface="Calibri" panose="020F0502020204030204" pitchFamily="34" charset="0"/>
              </a:rPr>
              <a:t> to  make decisions for targeted interventions to improve air quality in specific areas.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09503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225BA5-9FA7-4106-AC33-85F2D35EC4FA}"/>
              </a:ext>
            </a:extLst>
          </p:cNvPr>
          <p:cNvSpPr>
            <a:spLocks noGrp="1"/>
          </p:cNvSpPr>
          <p:nvPr>
            <p:ph type="title"/>
          </p:nvPr>
        </p:nvSpPr>
        <p:spPr>
          <a:xfrm>
            <a:off x="66405" y="1978428"/>
            <a:ext cx="4403836" cy="2037075"/>
          </a:xfrm>
        </p:spPr>
        <p:txBody>
          <a:bodyPr/>
          <a:lstStyle/>
          <a:p>
            <a:r>
              <a:rPr lang="en-US" sz="4800" dirty="0"/>
              <a:t>Model </a:t>
            </a:r>
            <a:br>
              <a:rPr lang="en-US" sz="4800" dirty="0"/>
            </a:br>
            <a:r>
              <a:rPr lang="en-US" sz="4800" dirty="0"/>
              <a:t>Development</a:t>
            </a:r>
          </a:p>
        </p:txBody>
      </p:sp>
      <p:pic>
        <p:nvPicPr>
          <p:cNvPr id="52" name="Picture Placeholder 51">
            <a:extLst>
              <a:ext uri="{FF2B5EF4-FFF2-40B4-BE49-F238E27FC236}">
                <a16:creationId xmlns:a16="http://schemas.microsoft.com/office/drawing/2014/main" id="{05183537-C2C3-43F6-935E-27E647202486}"/>
              </a:ext>
            </a:extLst>
          </p:cNvPr>
          <p:cNvPicPr>
            <a:picLocks noGrp="1" noChangeAspect="1"/>
          </p:cNvPicPr>
          <p:nvPr>
            <p:ph type="pic" sz="quarter" idx="10"/>
          </p:nvPr>
        </p:nvPicPr>
        <p:blipFill>
          <a:blip r:embed="rId3"/>
          <a:srcRect/>
          <a:stretch/>
        </p:blipFill>
        <p:spPr>
          <a:xfrm>
            <a:off x="4455525" y="467895"/>
            <a:ext cx="640080" cy="640080"/>
          </a:xfrm>
        </p:spPr>
      </p:pic>
      <p:pic>
        <p:nvPicPr>
          <p:cNvPr id="55" name="Picture Placeholder 54">
            <a:extLst>
              <a:ext uri="{FF2B5EF4-FFF2-40B4-BE49-F238E27FC236}">
                <a16:creationId xmlns:a16="http://schemas.microsoft.com/office/drawing/2014/main" id="{FBE14225-80F2-406E-9F56-CBFC89FC7CDF}"/>
              </a:ext>
            </a:extLst>
          </p:cNvPr>
          <p:cNvPicPr>
            <a:picLocks noGrp="1" noChangeAspect="1"/>
          </p:cNvPicPr>
          <p:nvPr>
            <p:ph type="pic" sz="quarter" idx="12"/>
          </p:nvPr>
        </p:nvPicPr>
        <p:blipFill>
          <a:blip r:embed="rId4"/>
          <a:srcRect/>
          <a:stretch/>
        </p:blipFill>
        <p:spPr>
          <a:xfrm>
            <a:off x="4470241" y="5750025"/>
            <a:ext cx="640080" cy="640080"/>
          </a:xfrm>
        </p:spPr>
      </p:pic>
      <p:sp>
        <p:nvSpPr>
          <p:cNvPr id="5" name="Text Placeholder 4">
            <a:extLst>
              <a:ext uri="{FF2B5EF4-FFF2-40B4-BE49-F238E27FC236}">
                <a16:creationId xmlns:a16="http://schemas.microsoft.com/office/drawing/2014/main" id="{C30E64BD-FC67-4B26-8FED-8E078A3CF228}"/>
              </a:ext>
            </a:extLst>
          </p:cNvPr>
          <p:cNvSpPr>
            <a:spLocks noGrp="1"/>
          </p:cNvSpPr>
          <p:nvPr>
            <p:ph type="body" sz="quarter" idx="19"/>
          </p:nvPr>
        </p:nvSpPr>
        <p:spPr>
          <a:xfrm>
            <a:off x="5720702" y="2864049"/>
            <a:ext cx="6058342" cy="1151455"/>
          </a:xfrm>
        </p:spPr>
        <p:txBody>
          <a:bodyPr/>
          <a:lstStyle/>
          <a:p>
            <a:r>
              <a:rPr lang="en-US" sz="1800" b="1" dirty="0"/>
              <a:t>Random Forest Regressor</a:t>
            </a:r>
            <a:r>
              <a:rPr lang="en-US" sz="1800" dirty="0"/>
              <a:t>: Combines multiple decision trees to improve prediction accuracy and reduce overfitting by averaging their results.</a:t>
            </a:r>
          </a:p>
        </p:txBody>
      </p:sp>
      <p:sp>
        <p:nvSpPr>
          <p:cNvPr id="6" name="Text Placeholder 5">
            <a:extLst>
              <a:ext uri="{FF2B5EF4-FFF2-40B4-BE49-F238E27FC236}">
                <a16:creationId xmlns:a16="http://schemas.microsoft.com/office/drawing/2014/main" id="{222A79B1-DFEC-45D8-C0AA-C8A72CACA3DC}"/>
              </a:ext>
            </a:extLst>
          </p:cNvPr>
          <p:cNvSpPr>
            <a:spLocks noGrp="1"/>
          </p:cNvSpPr>
          <p:nvPr>
            <p:ph type="body" sz="quarter" idx="15"/>
          </p:nvPr>
        </p:nvSpPr>
        <p:spPr>
          <a:xfrm>
            <a:off x="5769864" y="299323"/>
            <a:ext cx="5645063" cy="867171"/>
          </a:xfrm>
        </p:spPr>
        <p:txBody>
          <a:bodyPr/>
          <a:lstStyle/>
          <a:p>
            <a:r>
              <a:rPr lang="en-US" b="1" dirty="0"/>
              <a:t>Linear Regression</a:t>
            </a:r>
            <a:r>
              <a:rPr lang="en-US" dirty="0"/>
              <a:t>: Builds a model to predict AQI based on a linear relationship between predictor variables and the target variable.</a:t>
            </a:r>
            <a:endParaRPr lang="en-IN" dirty="0"/>
          </a:p>
        </p:txBody>
      </p:sp>
      <p:sp>
        <p:nvSpPr>
          <p:cNvPr id="27" name="Text Placeholder 26">
            <a:extLst>
              <a:ext uri="{FF2B5EF4-FFF2-40B4-BE49-F238E27FC236}">
                <a16:creationId xmlns:a16="http://schemas.microsoft.com/office/drawing/2014/main" id="{CD754EBB-96BD-2FCC-BD90-23D535EAE009}"/>
              </a:ext>
            </a:extLst>
          </p:cNvPr>
          <p:cNvSpPr>
            <a:spLocks noGrp="1"/>
          </p:cNvSpPr>
          <p:nvPr>
            <p:ph type="body" sz="quarter" idx="17"/>
          </p:nvPr>
        </p:nvSpPr>
        <p:spPr>
          <a:xfrm>
            <a:off x="5619164" y="1494080"/>
            <a:ext cx="6261419" cy="1151457"/>
          </a:xfrm>
        </p:spPr>
        <p:txBody>
          <a:bodyPr/>
          <a:lstStyle/>
          <a:p>
            <a:r>
              <a:rPr lang="en-US" sz="1800" b="1" dirty="0"/>
              <a:t>Decision Tree Regressor</a:t>
            </a:r>
            <a:r>
              <a:rPr lang="en-US" sz="1800" dirty="0"/>
              <a:t>: Creates a model that splits data into subsets based on feature values, making predictions based on the majority class or average outcome in each subset</a:t>
            </a:r>
            <a:r>
              <a:rPr lang="en-US" dirty="0"/>
              <a:t>.</a:t>
            </a:r>
            <a:endParaRPr lang="en-IN" dirty="0"/>
          </a:p>
        </p:txBody>
      </p:sp>
      <p:sp>
        <p:nvSpPr>
          <p:cNvPr id="30" name="Text Placeholder 29">
            <a:extLst>
              <a:ext uri="{FF2B5EF4-FFF2-40B4-BE49-F238E27FC236}">
                <a16:creationId xmlns:a16="http://schemas.microsoft.com/office/drawing/2014/main" id="{00582550-41FF-4491-1D0D-CCFC5FE4423F}"/>
              </a:ext>
            </a:extLst>
          </p:cNvPr>
          <p:cNvSpPr>
            <a:spLocks noGrp="1"/>
          </p:cNvSpPr>
          <p:nvPr>
            <p:ph type="body" sz="quarter" idx="18"/>
          </p:nvPr>
        </p:nvSpPr>
        <p:spPr>
          <a:xfrm>
            <a:off x="5720702" y="5494337"/>
            <a:ext cx="6261419" cy="1151456"/>
          </a:xfrm>
        </p:spPr>
        <p:txBody>
          <a:bodyPr/>
          <a:lstStyle/>
          <a:p>
            <a:r>
              <a:rPr lang="en-US" sz="1800" b="1" dirty="0"/>
              <a:t>KNN Regressor</a:t>
            </a:r>
            <a:r>
              <a:rPr lang="en-US" sz="1800" dirty="0"/>
              <a:t>: Predicts AQI by averaging the values of the nearest neighbors in the feature space, providing a non-parametric approach to modeling.</a:t>
            </a:r>
            <a:endParaRPr lang="en-IN" sz="1800" dirty="0"/>
          </a:p>
        </p:txBody>
      </p:sp>
      <p:pic>
        <p:nvPicPr>
          <p:cNvPr id="36" name="Picture Placeholder 54">
            <a:extLst>
              <a:ext uri="{FF2B5EF4-FFF2-40B4-BE49-F238E27FC236}">
                <a16:creationId xmlns:a16="http://schemas.microsoft.com/office/drawing/2014/main" id="{07FA0ABD-C6C1-F2D3-50EC-090FE88C9888}"/>
              </a:ext>
            </a:extLst>
          </p:cNvPr>
          <p:cNvPicPr>
            <a:picLocks noChangeAspect="1"/>
          </p:cNvPicPr>
          <p:nvPr/>
        </p:nvPicPr>
        <p:blipFill>
          <a:blip r:embed="rId5"/>
          <a:srcRect/>
          <a:stretch/>
        </p:blipFill>
        <p:spPr>
          <a:xfrm>
            <a:off x="4397264" y="2979378"/>
            <a:ext cx="640080" cy="640080"/>
          </a:xfrm>
          <a:prstGeom prst="rect">
            <a:avLst/>
          </a:prstGeom>
        </p:spPr>
      </p:pic>
      <p:pic>
        <p:nvPicPr>
          <p:cNvPr id="42" name="Picture Placeholder 54" descr="Plant">
            <a:extLst>
              <a:ext uri="{FF2B5EF4-FFF2-40B4-BE49-F238E27FC236}">
                <a16:creationId xmlns:a16="http://schemas.microsoft.com/office/drawing/2014/main" id="{46AEFE63-A074-C17C-D2F3-67EBC0E70BE6}"/>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703094" y="3228956"/>
            <a:ext cx="421640" cy="421640"/>
          </a:xfrm>
          <a:prstGeom prst="rect">
            <a:avLst/>
          </a:prstGeom>
        </p:spPr>
      </p:pic>
      <p:pic>
        <p:nvPicPr>
          <p:cNvPr id="49" name="Picture 48">
            <a:extLst>
              <a:ext uri="{FF2B5EF4-FFF2-40B4-BE49-F238E27FC236}">
                <a16:creationId xmlns:a16="http://schemas.microsoft.com/office/drawing/2014/main" id="{E0695D9A-F1E1-728E-4FF4-2B74D08F9687}"/>
              </a:ext>
            </a:extLst>
          </p:cNvPr>
          <p:cNvPicPr>
            <a:picLocks noChangeAspect="1"/>
          </p:cNvPicPr>
          <p:nvPr/>
        </p:nvPicPr>
        <p:blipFill>
          <a:blip r:embed="rId8"/>
          <a:stretch>
            <a:fillRect/>
          </a:stretch>
        </p:blipFill>
        <p:spPr>
          <a:xfrm>
            <a:off x="4455525" y="1641285"/>
            <a:ext cx="705102" cy="705102"/>
          </a:xfrm>
          <a:prstGeom prst="rect">
            <a:avLst/>
          </a:prstGeom>
        </p:spPr>
      </p:pic>
      <p:sp>
        <p:nvSpPr>
          <p:cNvPr id="9" name="Text Placeholder 4">
            <a:extLst>
              <a:ext uri="{FF2B5EF4-FFF2-40B4-BE49-F238E27FC236}">
                <a16:creationId xmlns:a16="http://schemas.microsoft.com/office/drawing/2014/main" id="{CED7C705-D749-1851-4612-2AC209D3CAAA}"/>
              </a:ext>
            </a:extLst>
          </p:cNvPr>
          <p:cNvSpPr txBox="1">
            <a:spLocks/>
          </p:cNvSpPr>
          <p:nvPr/>
        </p:nvSpPr>
        <p:spPr>
          <a:xfrm>
            <a:off x="5740102" y="4146966"/>
            <a:ext cx="6058342" cy="115145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err="1"/>
              <a:t>Suport</a:t>
            </a:r>
            <a:r>
              <a:rPr lang="en-US" sz="1800" b="1" dirty="0"/>
              <a:t> vector Regressor</a:t>
            </a:r>
            <a:r>
              <a:rPr lang="en-US" sz="1800" dirty="0"/>
              <a:t> : SVM is an extension of SVC and used to separate nonlinear class classifier, SVM used kernel function to create non-linear Boundaries.</a:t>
            </a:r>
          </a:p>
        </p:txBody>
      </p:sp>
      <p:pic>
        <p:nvPicPr>
          <p:cNvPr id="10" name="Picture Placeholder 56">
            <a:extLst>
              <a:ext uri="{FF2B5EF4-FFF2-40B4-BE49-F238E27FC236}">
                <a16:creationId xmlns:a16="http://schemas.microsoft.com/office/drawing/2014/main" id="{BD11AA85-450C-3611-4F89-28CC7FA2F22E}"/>
              </a:ext>
            </a:extLst>
          </p:cNvPr>
          <p:cNvPicPr>
            <a:picLocks noGrp="1" noChangeAspect="1"/>
          </p:cNvPicPr>
          <p:nvPr>
            <p:ph type="pic" sz="quarter" idx="11"/>
          </p:nvPr>
        </p:nvPicPr>
        <p:blipFill>
          <a:blip r:embed="rId9"/>
          <a:srcRect/>
          <a:stretch/>
        </p:blipFill>
        <p:spPr>
          <a:xfrm>
            <a:off x="4488036" y="4418899"/>
            <a:ext cx="640080" cy="640080"/>
          </a:xfrm>
        </p:spPr>
      </p:pic>
    </p:spTree>
    <p:extLst>
      <p:ext uri="{BB962C8B-B14F-4D97-AF65-F5344CB8AC3E}">
        <p14:creationId xmlns:p14="http://schemas.microsoft.com/office/powerpoint/2010/main" val="339851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wipe(down)">
                                      <p:cBhvr>
                                        <p:cTn id="7" dur="500"/>
                                        <p:tgtEl>
                                          <p:spTgt spid="5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1000"/>
                                        <p:tgtEl>
                                          <p:spTgt spid="6">
                                            <p:txEl>
                                              <p:pRg st="0" end="0"/>
                                            </p:txEl>
                                          </p:spTgt>
                                        </p:tgtEl>
                                      </p:cBhvr>
                                    </p:animEffect>
                                    <p:anim calcmode="lin" valueType="num">
                                      <p:cBhvr>
                                        <p:cTn id="11"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2"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fade">
                                      <p:cBhvr>
                                        <p:cTn id="17" dur="1000"/>
                                        <p:tgtEl>
                                          <p:spTgt spid="49"/>
                                        </p:tgtEl>
                                      </p:cBhvr>
                                    </p:animEffect>
                                    <p:anim calcmode="lin" valueType="num">
                                      <p:cBhvr>
                                        <p:cTn id="18" dur="1000" fill="hold"/>
                                        <p:tgtEl>
                                          <p:spTgt spid="49"/>
                                        </p:tgtEl>
                                        <p:attrNameLst>
                                          <p:attrName>ppt_x</p:attrName>
                                        </p:attrNameLst>
                                      </p:cBhvr>
                                      <p:tavLst>
                                        <p:tav tm="0">
                                          <p:val>
                                            <p:strVal val="#ppt_x"/>
                                          </p:val>
                                        </p:tav>
                                        <p:tav tm="100000">
                                          <p:val>
                                            <p:strVal val="#ppt_x"/>
                                          </p:val>
                                        </p:tav>
                                      </p:tavLst>
                                    </p:anim>
                                    <p:anim calcmode="lin" valueType="num">
                                      <p:cBhvr>
                                        <p:cTn id="19" dur="1000" fill="hold"/>
                                        <p:tgtEl>
                                          <p:spTgt spid="4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7">
                                            <p:txEl>
                                              <p:pRg st="0" end="0"/>
                                            </p:txEl>
                                          </p:spTgt>
                                        </p:tgtEl>
                                        <p:attrNameLst>
                                          <p:attrName>style.visibility</p:attrName>
                                        </p:attrNameLst>
                                      </p:cBhvr>
                                      <p:to>
                                        <p:strVal val="visible"/>
                                      </p:to>
                                    </p:set>
                                    <p:animEffect transition="in" filter="fade">
                                      <p:cBhvr>
                                        <p:cTn id="22" dur="1000"/>
                                        <p:tgtEl>
                                          <p:spTgt spid="27">
                                            <p:txEl>
                                              <p:pRg st="0" end="0"/>
                                            </p:txEl>
                                          </p:spTgt>
                                        </p:tgtEl>
                                      </p:cBhvr>
                                    </p:animEffect>
                                    <p:anim calcmode="lin" valueType="num">
                                      <p:cBhvr>
                                        <p:cTn id="23" dur="1000" fill="hold"/>
                                        <p:tgtEl>
                                          <p:spTgt spid="27">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wipe(down)">
                                      <p:cBhvr>
                                        <p:cTn id="29" dur="500"/>
                                        <p:tgtEl>
                                          <p:spTgt spid="55"/>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30">
                                            <p:txEl>
                                              <p:pRg st="0" end="0"/>
                                            </p:txEl>
                                          </p:spTgt>
                                        </p:tgtEl>
                                        <p:attrNameLst>
                                          <p:attrName>style.visibility</p:attrName>
                                        </p:attrNameLst>
                                      </p:cBhvr>
                                      <p:to>
                                        <p:strVal val="visible"/>
                                      </p:to>
                                    </p:set>
                                    <p:animEffect transition="in" filter="fade">
                                      <p:cBhvr>
                                        <p:cTn id="32" dur="1000"/>
                                        <p:tgtEl>
                                          <p:spTgt spid="30">
                                            <p:txEl>
                                              <p:pRg st="0" end="0"/>
                                            </p:txEl>
                                          </p:spTgt>
                                        </p:tgtEl>
                                      </p:cBhvr>
                                    </p:animEffect>
                                    <p:anim calcmode="lin" valueType="num">
                                      <p:cBhvr>
                                        <p:cTn id="33" dur="1000" fill="hold"/>
                                        <p:tgtEl>
                                          <p:spTgt spid="30">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3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down)">
                                      <p:cBhvr>
                                        <p:cTn id="39" dur="500"/>
                                        <p:tgtEl>
                                          <p:spTgt spid="36"/>
                                        </p:tgtEl>
                                      </p:cBhvr>
                                    </p:animEffect>
                                  </p:childTnLst>
                                </p:cTn>
                              </p:par>
                              <p:par>
                                <p:cTn id="40" presetID="22" presetClass="entr" presetSubtype="4"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down)">
                                      <p:cBhvr>
                                        <p:cTn id="42" dur="500"/>
                                        <p:tgtEl>
                                          <p:spTgt spid="42"/>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5">
                                            <p:txEl>
                                              <p:pRg st="0" end="0"/>
                                            </p:txEl>
                                          </p:spTgt>
                                        </p:tgtEl>
                                        <p:attrNameLst>
                                          <p:attrName>style.visibility</p:attrName>
                                        </p:attrNameLst>
                                      </p:cBhvr>
                                      <p:to>
                                        <p:strVal val="visible"/>
                                      </p:to>
                                    </p:set>
                                    <p:animEffect transition="in" filter="fade">
                                      <p:cBhvr>
                                        <p:cTn id="45" dur="1000"/>
                                        <p:tgtEl>
                                          <p:spTgt spid="5">
                                            <p:txEl>
                                              <p:pRg st="0" end="0"/>
                                            </p:txEl>
                                          </p:spTgt>
                                        </p:tgtEl>
                                      </p:cBhvr>
                                    </p:animEffect>
                                    <p:anim calcmode="lin" valueType="num">
                                      <p:cBhvr>
                                        <p:cTn id="4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47" dur="1000" fill="hold"/>
                                        <p:tgtEl>
                                          <p:spTgt spid="5">
                                            <p:txEl>
                                              <p:pRg st="0" end="0"/>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9">
                                            <p:txEl>
                                              <p:pRg st="0" end="0"/>
                                            </p:txEl>
                                          </p:spTgt>
                                        </p:tgtEl>
                                        <p:attrNameLst>
                                          <p:attrName>style.visibility</p:attrName>
                                        </p:attrNameLst>
                                      </p:cBhvr>
                                      <p:to>
                                        <p:strVal val="visible"/>
                                      </p:to>
                                    </p:set>
                                    <p:animEffect transition="in" filter="fade">
                                      <p:cBhvr>
                                        <p:cTn id="50" dur="1000"/>
                                        <p:tgtEl>
                                          <p:spTgt spid="9">
                                            <p:txEl>
                                              <p:pRg st="0" end="0"/>
                                            </p:txEl>
                                          </p:spTgt>
                                        </p:tgtEl>
                                      </p:cBhvr>
                                    </p:animEffect>
                                    <p:anim calcmode="lin" valueType="num">
                                      <p:cBhvr>
                                        <p:cTn id="51"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52"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down)">
                                      <p:cBhvr>
                                        <p:cTn id="5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27" grpId="0" build="p"/>
      <p:bldP spid="30" grpId="0" build="p"/>
      <p:bldP spid="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4827BC-1867-4AEF-8917-48108BFA283D}"/>
              </a:ext>
            </a:extLst>
          </p:cNvPr>
          <p:cNvSpPr>
            <a:spLocks noGrp="1"/>
          </p:cNvSpPr>
          <p:nvPr>
            <p:ph type="title"/>
          </p:nvPr>
        </p:nvSpPr>
        <p:spPr>
          <a:xfrm>
            <a:off x="230124" y="457199"/>
            <a:ext cx="11565636" cy="2056675"/>
          </a:xfrm>
        </p:spPr>
        <p:txBody>
          <a:bodyPr/>
          <a:lstStyle/>
          <a:p>
            <a:r>
              <a:rPr lang="en-IN" sz="3200" dirty="0"/>
              <a:t>Model Evaluation &amp; Feature Importance</a:t>
            </a:r>
            <a:br>
              <a:rPr lang="en-US" dirty="0"/>
            </a:br>
            <a:r>
              <a:rPr lang="en-IN"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Model Evaluation &amp;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Freature</a:t>
            </a:r>
            <a:r>
              <a:rPr lang="en-US" sz="2000" dirty="0">
                <a:latin typeface="Calibri Light" panose="020F0302020204030204" pitchFamily="34" charset="0"/>
                <a:ea typeface="Calibri Light" panose="020F0302020204030204" pitchFamily="34" charset="0"/>
                <a:cs typeface="Calibri Light" panose="020F0302020204030204" pitchFamily="34" charset="0"/>
              </a:rPr>
              <a:t> selection  will involve the following steps</a:t>
            </a:r>
            <a:endParaRPr lang="en-US" sz="2000" dirty="0"/>
          </a:p>
        </p:txBody>
      </p:sp>
      <p:pic>
        <p:nvPicPr>
          <p:cNvPr id="23" name="Picture Placeholder 22">
            <a:extLst>
              <a:ext uri="{FF2B5EF4-FFF2-40B4-BE49-F238E27FC236}">
                <a16:creationId xmlns:a16="http://schemas.microsoft.com/office/drawing/2014/main" id="{328809D6-74EB-4AE9-A789-42A189ABA20D}"/>
              </a:ext>
            </a:extLst>
          </p:cNvPr>
          <p:cNvPicPr>
            <a:picLocks noGrp="1" noChangeAspect="1"/>
          </p:cNvPicPr>
          <p:nvPr>
            <p:ph type="pic" sz="quarter" idx="10"/>
          </p:nvPr>
        </p:nvPicPr>
        <p:blipFill>
          <a:blip r:embed="rId3"/>
          <a:srcRect/>
          <a:stretch/>
        </p:blipFill>
        <p:spPr>
          <a:xfrm>
            <a:off x="1361591" y="2616354"/>
            <a:ext cx="887413" cy="889000"/>
          </a:xfrm>
        </p:spPr>
      </p:pic>
      <p:sp>
        <p:nvSpPr>
          <p:cNvPr id="18" name="Text Placeholder 17">
            <a:extLst>
              <a:ext uri="{FF2B5EF4-FFF2-40B4-BE49-F238E27FC236}">
                <a16:creationId xmlns:a16="http://schemas.microsoft.com/office/drawing/2014/main" id="{4E091A31-7866-4F47-B0CF-3293835EEDE8}"/>
              </a:ext>
            </a:extLst>
          </p:cNvPr>
          <p:cNvSpPr>
            <a:spLocks noGrp="1"/>
          </p:cNvSpPr>
          <p:nvPr>
            <p:ph type="body" sz="quarter" idx="18"/>
          </p:nvPr>
        </p:nvSpPr>
        <p:spPr>
          <a:xfrm>
            <a:off x="378460" y="4019516"/>
            <a:ext cx="2585943" cy="613444"/>
          </a:xfrm>
        </p:spPr>
        <p:txBody>
          <a:bodyPr/>
          <a:lstStyle/>
          <a:p>
            <a:r>
              <a:rPr lang="en-IN" dirty="0"/>
              <a:t>Mean Absolute Error (MAE)</a:t>
            </a:r>
            <a:endParaRPr lang="en-US" dirty="0"/>
          </a:p>
        </p:txBody>
      </p:sp>
      <p:pic>
        <p:nvPicPr>
          <p:cNvPr id="37" name="Picture Placeholder 36">
            <a:extLst>
              <a:ext uri="{FF2B5EF4-FFF2-40B4-BE49-F238E27FC236}">
                <a16:creationId xmlns:a16="http://schemas.microsoft.com/office/drawing/2014/main" id="{808BB55A-E218-4F23-8F36-9631520FC9E6}"/>
              </a:ext>
            </a:extLst>
          </p:cNvPr>
          <p:cNvPicPr>
            <a:picLocks noGrp="1" noChangeAspect="1"/>
          </p:cNvPicPr>
          <p:nvPr>
            <p:ph type="pic" sz="quarter" idx="11"/>
          </p:nvPr>
        </p:nvPicPr>
        <p:blipFill>
          <a:blip r:embed="rId4"/>
          <a:srcRect/>
          <a:stretch/>
        </p:blipFill>
        <p:spPr>
          <a:xfrm>
            <a:off x="4420929" y="2616354"/>
            <a:ext cx="887413" cy="889000"/>
          </a:xfrm>
        </p:spPr>
      </p:pic>
      <p:sp>
        <p:nvSpPr>
          <p:cNvPr id="19" name="Text Placeholder 18">
            <a:extLst>
              <a:ext uri="{FF2B5EF4-FFF2-40B4-BE49-F238E27FC236}">
                <a16:creationId xmlns:a16="http://schemas.microsoft.com/office/drawing/2014/main" id="{B350F797-AA8E-422D-B1BE-31919E5E8542}"/>
              </a:ext>
            </a:extLst>
          </p:cNvPr>
          <p:cNvSpPr>
            <a:spLocks noGrp="1"/>
          </p:cNvSpPr>
          <p:nvPr>
            <p:ph type="body" sz="quarter" idx="19"/>
          </p:nvPr>
        </p:nvSpPr>
        <p:spPr>
          <a:xfrm>
            <a:off x="3281457" y="4019516"/>
            <a:ext cx="2585943" cy="613444"/>
          </a:xfrm>
        </p:spPr>
        <p:txBody>
          <a:bodyPr/>
          <a:lstStyle/>
          <a:p>
            <a:r>
              <a:rPr lang="en-IN" dirty="0"/>
              <a:t>Mean Squared Error (MSE)</a:t>
            </a:r>
            <a:endParaRPr lang="en-US" dirty="0"/>
          </a:p>
        </p:txBody>
      </p:sp>
      <p:pic>
        <p:nvPicPr>
          <p:cNvPr id="50" name="Picture Placeholder 49">
            <a:extLst>
              <a:ext uri="{FF2B5EF4-FFF2-40B4-BE49-F238E27FC236}">
                <a16:creationId xmlns:a16="http://schemas.microsoft.com/office/drawing/2014/main" id="{8FAF4296-69A8-4B30-9839-88B547122910}"/>
              </a:ext>
            </a:extLst>
          </p:cNvPr>
          <p:cNvPicPr>
            <a:picLocks noGrp="1" noChangeAspect="1"/>
          </p:cNvPicPr>
          <p:nvPr>
            <p:ph type="pic" sz="quarter" idx="12"/>
          </p:nvPr>
        </p:nvPicPr>
        <p:blipFill>
          <a:blip r:embed="rId5"/>
          <a:srcRect/>
          <a:stretch/>
        </p:blipFill>
        <p:spPr>
          <a:xfrm>
            <a:off x="7453243" y="2555240"/>
            <a:ext cx="887413" cy="889000"/>
          </a:xfrm>
        </p:spPr>
      </p:pic>
      <p:sp>
        <p:nvSpPr>
          <p:cNvPr id="20" name="Text Placeholder 19">
            <a:extLst>
              <a:ext uri="{FF2B5EF4-FFF2-40B4-BE49-F238E27FC236}">
                <a16:creationId xmlns:a16="http://schemas.microsoft.com/office/drawing/2014/main" id="{4A642F3E-3C03-4E20-ABCA-E003162FC000}"/>
              </a:ext>
            </a:extLst>
          </p:cNvPr>
          <p:cNvSpPr>
            <a:spLocks noGrp="1"/>
          </p:cNvSpPr>
          <p:nvPr>
            <p:ph type="body" sz="quarter" idx="20"/>
          </p:nvPr>
        </p:nvSpPr>
        <p:spPr>
          <a:xfrm>
            <a:off x="6326144" y="4019516"/>
            <a:ext cx="2585943" cy="324611"/>
          </a:xfrm>
        </p:spPr>
        <p:txBody>
          <a:bodyPr/>
          <a:lstStyle/>
          <a:p>
            <a:r>
              <a:rPr lang="en-IN" dirty="0"/>
              <a:t>R-squared</a:t>
            </a:r>
            <a:endParaRPr lang="en-US" dirty="0"/>
          </a:p>
        </p:txBody>
      </p:sp>
      <p:pic>
        <p:nvPicPr>
          <p:cNvPr id="41" name="Picture Placeholder 40">
            <a:extLst>
              <a:ext uri="{FF2B5EF4-FFF2-40B4-BE49-F238E27FC236}">
                <a16:creationId xmlns:a16="http://schemas.microsoft.com/office/drawing/2014/main" id="{62F99FB0-410C-43BA-A2EB-190B8F5F349A}"/>
              </a:ext>
            </a:extLst>
          </p:cNvPr>
          <p:cNvPicPr>
            <a:picLocks noGrp="1" noChangeAspect="1"/>
          </p:cNvPicPr>
          <p:nvPr>
            <p:ph type="pic" sz="quarter" idx="13"/>
          </p:nvPr>
        </p:nvPicPr>
        <p:blipFill>
          <a:blip r:embed="rId6"/>
          <a:srcRect/>
          <a:stretch/>
        </p:blipFill>
        <p:spPr>
          <a:xfrm>
            <a:off x="10456949" y="2616354"/>
            <a:ext cx="887413" cy="889000"/>
          </a:xfrm>
        </p:spPr>
      </p:pic>
      <p:sp>
        <p:nvSpPr>
          <p:cNvPr id="21" name="Text Placeholder 20">
            <a:extLst>
              <a:ext uri="{FF2B5EF4-FFF2-40B4-BE49-F238E27FC236}">
                <a16:creationId xmlns:a16="http://schemas.microsoft.com/office/drawing/2014/main" id="{77D8C714-BC59-4848-A254-B9834EBACE42}"/>
              </a:ext>
            </a:extLst>
          </p:cNvPr>
          <p:cNvSpPr>
            <a:spLocks noGrp="1"/>
          </p:cNvSpPr>
          <p:nvPr>
            <p:ph type="body" sz="quarter" idx="21"/>
          </p:nvPr>
        </p:nvSpPr>
        <p:spPr>
          <a:xfrm>
            <a:off x="9374144" y="3923352"/>
            <a:ext cx="2585943" cy="889000"/>
          </a:xfrm>
        </p:spPr>
        <p:txBody>
          <a:bodyPr/>
          <a:lstStyle/>
          <a:p>
            <a:r>
              <a:rPr lang="en-IN" dirty="0"/>
              <a:t>Identifying Key Variables &amp; Ranking Features</a:t>
            </a:r>
          </a:p>
          <a:p>
            <a:endParaRPr lang="en-US" dirty="0"/>
          </a:p>
        </p:txBody>
      </p:sp>
      <p:sp>
        <p:nvSpPr>
          <p:cNvPr id="16" name="TextBox 15">
            <a:extLst>
              <a:ext uri="{FF2B5EF4-FFF2-40B4-BE49-F238E27FC236}">
                <a16:creationId xmlns:a16="http://schemas.microsoft.com/office/drawing/2014/main" id="{3FCD2C2C-7853-D730-C91B-0EF69F623C2D}"/>
              </a:ext>
            </a:extLst>
          </p:cNvPr>
          <p:cNvSpPr txBox="1"/>
          <p:nvPr/>
        </p:nvSpPr>
        <p:spPr>
          <a:xfrm>
            <a:off x="378460" y="4674911"/>
            <a:ext cx="2212340" cy="1754326"/>
          </a:xfrm>
          <a:prstGeom prst="rect">
            <a:avLst/>
          </a:prstGeom>
          <a:noFill/>
        </p:spPr>
        <p:txBody>
          <a:bodyPr wrap="square">
            <a:spAutoFit/>
          </a:bodyPr>
          <a:lstStyle/>
          <a:p>
            <a:r>
              <a:rPr lang="en-US" dirty="0"/>
              <a:t>Measures the average magnitude of errors in predictions, providing an easy-to-understand metric of model accuracy.</a:t>
            </a:r>
            <a:endParaRPr lang="en-IN" dirty="0"/>
          </a:p>
        </p:txBody>
      </p:sp>
      <p:sp>
        <p:nvSpPr>
          <p:cNvPr id="22" name="TextBox 21">
            <a:extLst>
              <a:ext uri="{FF2B5EF4-FFF2-40B4-BE49-F238E27FC236}">
                <a16:creationId xmlns:a16="http://schemas.microsoft.com/office/drawing/2014/main" id="{DFFC36F0-CBDF-5E6E-BAAA-FDE96C0DBCA9}"/>
              </a:ext>
            </a:extLst>
          </p:cNvPr>
          <p:cNvSpPr txBox="1"/>
          <p:nvPr/>
        </p:nvSpPr>
        <p:spPr>
          <a:xfrm>
            <a:off x="2926852" y="4650155"/>
            <a:ext cx="3067548" cy="1200329"/>
          </a:xfrm>
          <a:prstGeom prst="rect">
            <a:avLst/>
          </a:prstGeom>
          <a:noFill/>
        </p:spPr>
        <p:txBody>
          <a:bodyPr wrap="square">
            <a:spAutoFit/>
          </a:bodyPr>
          <a:lstStyle/>
          <a:p>
            <a:r>
              <a:rPr lang="en-US" dirty="0"/>
              <a:t>Assesses the average squared difference between predicted and actual values, highlighting larger errors more significantly.</a:t>
            </a:r>
            <a:endParaRPr lang="en-IN" dirty="0"/>
          </a:p>
        </p:txBody>
      </p:sp>
      <p:sp>
        <p:nvSpPr>
          <p:cNvPr id="25" name="TextBox 24">
            <a:extLst>
              <a:ext uri="{FF2B5EF4-FFF2-40B4-BE49-F238E27FC236}">
                <a16:creationId xmlns:a16="http://schemas.microsoft.com/office/drawing/2014/main" id="{AFB714B9-4125-FC3A-B927-6605DEBCD88E}"/>
              </a:ext>
            </a:extLst>
          </p:cNvPr>
          <p:cNvSpPr txBox="1"/>
          <p:nvPr/>
        </p:nvSpPr>
        <p:spPr>
          <a:xfrm>
            <a:off x="5994400" y="4650155"/>
            <a:ext cx="2917687" cy="1754326"/>
          </a:xfrm>
          <a:prstGeom prst="rect">
            <a:avLst/>
          </a:prstGeom>
          <a:noFill/>
        </p:spPr>
        <p:txBody>
          <a:bodyPr wrap="square">
            <a:spAutoFit/>
          </a:bodyPr>
          <a:lstStyle/>
          <a:p>
            <a:r>
              <a:rPr lang="en-US" dirty="0"/>
              <a:t>Indicates the proportion of variance in the dependent variable that is predictable from the independent variables, showing how well the model fits the data.</a:t>
            </a:r>
            <a:endParaRPr lang="en-IN" dirty="0"/>
          </a:p>
        </p:txBody>
      </p:sp>
      <p:sp>
        <p:nvSpPr>
          <p:cNvPr id="27" name="TextBox 26">
            <a:extLst>
              <a:ext uri="{FF2B5EF4-FFF2-40B4-BE49-F238E27FC236}">
                <a16:creationId xmlns:a16="http://schemas.microsoft.com/office/drawing/2014/main" id="{0E0112A3-40DF-C6CA-B91E-735E85D34DD3}"/>
              </a:ext>
            </a:extLst>
          </p:cNvPr>
          <p:cNvSpPr txBox="1"/>
          <p:nvPr/>
        </p:nvSpPr>
        <p:spPr>
          <a:xfrm>
            <a:off x="9398000" y="4812352"/>
            <a:ext cx="2585943" cy="1754326"/>
          </a:xfrm>
          <a:prstGeom prst="rect">
            <a:avLst/>
          </a:prstGeom>
          <a:noFill/>
        </p:spPr>
        <p:txBody>
          <a:bodyPr wrap="square">
            <a:spAutoFit/>
          </a:bodyPr>
          <a:lstStyle/>
          <a:p>
            <a:r>
              <a:rPr lang="en-US" dirty="0"/>
              <a:t>Understanding Evaluates which features (e.g., pollutants, weather conditions) have the most significant impact on AQI prediction.</a:t>
            </a:r>
            <a:endParaRPr lang="en-IN" dirty="0"/>
          </a:p>
        </p:txBody>
      </p:sp>
    </p:spTree>
    <p:extLst>
      <p:ext uri="{BB962C8B-B14F-4D97-AF65-F5344CB8AC3E}">
        <p14:creationId xmlns:p14="http://schemas.microsoft.com/office/powerpoint/2010/main" val="194993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down)">
                                      <p:cBhvr>
                                        <p:cTn id="14" dur="500"/>
                                        <p:tgtEl>
                                          <p:spTgt spid="23"/>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fade">
                                      <p:cBhvr>
                                        <p:cTn id="17" dur="1000"/>
                                        <p:tgtEl>
                                          <p:spTgt spid="18">
                                            <p:txEl>
                                              <p:pRg st="0" end="0"/>
                                            </p:txEl>
                                          </p:spTgt>
                                        </p:tgtEl>
                                      </p:cBhvr>
                                    </p:animEffect>
                                    <p:anim calcmode="lin" valueType="num">
                                      <p:cBhvr>
                                        <p:cTn id="18"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1000"/>
                                        <p:tgtEl>
                                          <p:spTgt spid="16"/>
                                        </p:tgtEl>
                                      </p:cBhvr>
                                    </p:animEffect>
                                    <p:anim calcmode="lin" valueType="num">
                                      <p:cBhvr>
                                        <p:cTn id="23" dur="1000" fill="hold"/>
                                        <p:tgtEl>
                                          <p:spTgt spid="16"/>
                                        </p:tgtEl>
                                        <p:attrNameLst>
                                          <p:attrName>ppt_x</p:attrName>
                                        </p:attrNameLst>
                                      </p:cBhvr>
                                      <p:tavLst>
                                        <p:tav tm="0">
                                          <p:val>
                                            <p:strVal val="#ppt_x"/>
                                          </p:val>
                                        </p:tav>
                                        <p:tav tm="100000">
                                          <p:val>
                                            <p:strVal val="#ppt_x"/>
                                          </p:val>
                                        </p:tav>
                                      </p:tavLst>
                                    </p:anim>
                                    <p:anim calcmode="lin" valueType="num">
                                      <p:cBhvr>
                                        <p:cTn id="2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animEffect transition="in" filter="wipe(down)">
                                      <p:cBhvr>
                                        <p:cTn id="29" dur="500"/>
                                        <p:tgtEl>
                                          <p:spTgt spid="37"/>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9">
                                            <p:txEl>
                                              <p:pRg st="0" end="0"/>
                                            </p:txEl>
                                          </p:spTgt>
                                        </p:tgtEl>
                                        <p:attrNameLst>
                                          <p:attrName>style.visibility</p:attrName>
                                        </p:attrNameLst>
                                      </p:cBhvr>
                                      <p:to>
                                        <p:strVal val="visible"/>
                                      </p:to>
                                    </p:set>
                                    <p:animEffect transition="in" filter="fade">
                                      <p:cBhvr>
                                        <p:cTn id="32" dur="1000"/>
                                        <p:tgtEl>
                                          <p:spTgt spid="19">
                                            <p:txEl>
                                              <p:pRg st="0" end="0"/>
                                            </p:txEl>
                                          </p:spTgt>
                                        </p:tgtEl>
                                      </p:cBhvr>
                                    </p:animEffect>
                                    <p:anim calcmode="lin" valueType="num">
                                      <p:cBhvr>
                                        <p:cTn id="33"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4"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1000"/>
                                        <p:tgtEl>
                                          <p:spTgt spid="22"/>
                                        </p:tgtEl>
                                      </p:cBhvr>
                                    </p:animEffect>
                                    <p:anim calcmode="lin" valueType="num">
                                      <p:cBhvr>
                                        <p:cTn id="38" dur="1000" fill="hold"/>
                                        <p:tgtEl>
                                          <p:spTgt spid="22"/>
                                        </p:tgtEl>
                                        <p:attrNameLst>
                                          <p:attrName>ppt_x</p:attrName>
                                        </p:attrNameLst>
                                      </p:cBhvr>
                                      <p:tavLst>
                                        <p:tav tm="0">
                                          <p:val>
                                            <p:strVal val="#ppt_x"/>
                                          </p:val>
                                        </p:tav>
                                        <p:tav tm="100000">
                                          <p:val>
                                            <p:strVal val="#ppt_x"/>
                                          </p:val>
                                        </p:tav>
                                      </p:tavLst>
                                    </p:anim>
                                    <p:anim calcmode="lin" valueType="num">
                                      <p:cBhvr>
                                        <p:cTn id="3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wipe(down)">
                                      <p:cBhvr>
                                        <p:cTn id="44" dur="500"/>
                                        <p:tgtEl>
                                          <p:spTgt spid="50"/>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20">
                                            <p:txEl>
                                              <p:pRg st="0" end="0"/>
                                            </p:txEl>
                                          </p:spTgt>
                                        </p:tgtEl>
                                        <p:attrNameLst>
                                          <p:attrName>style.visibility</p:attrName>
                                        </p:attrNameLst>
                                      </p:cBhvr>
                                      <p:to>
                                        <p:strVal val="visible"/>
                                      </p:to>
                                    </p:set>
                                    <p:animEffect transition="in" filter="fade">
                                      <p:cBhvr>
                                        <p:cTn id="47" dur="1000"/>
                                        <p:tgtEl>
                                          <p:spTgt spid="20">
                                            <p:txEl>
                                              <p:pRg st="0" end="0"/>
                                            </p:txEl>
                                          </p:spTgt>
                                        </p:tgtEl>
                                      </p:cBhvr>
                                    </p:animEffect>
                                    <p:anim calcmode="lin" valueType="num">
                                      <p:cBhvr>
                                        <p:cTn id="48" dur="1000" fill="hold"/>
                                        <p:tgtEl>
                                          <p:spTgt spid="20">
                                            <p:txEl>
                                              <p:pRg st="0" end="0"/>
                                            </p:txEl>
                                          </p:spTgt>
                                        </p:tgtEl>
                                        <p:attrNameLst>
                                          <p:attrName>ppt_x</p:attrName>
                                        </p:attrNameLst>
                                      </p:cBhvr>
                                      <p:tavLst>
                                        <p:tav tm="0">
                                          <p:val>
                                            <p:strVal val="#ppt_x"/>
                                          </p:val>
                                        </p:tav>
                                        <p:tav tm="100000">
                                          <p:val>
                                            <p:strVal val="#ppt_x"/>
                                          </p:val>
                                        </p:tav>
                                      </p:tavLst>
                                    </p:anim>
                                    <p:anim calcmode="lin" valueType="num">
                                      <p:cBhvr>
                                        <p:cTn id="49" dur="1000" fill="hold"/>
                                        <p:tgtEl>
                                          <p:spTgt spid="20">
                                            <p:txEl>
                                              <p:pRg st="0" end="0"/>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5">
                                            <p:txEl>
                                              <p:pRg st="0" end="0"/>
                                            </p:txEl>
                                          </p:spTgt>
                                        </p:tgtEl>
                                        <p:attrNameLst>
                                          <p:attrName>style.visibility</p:attrName>
                                        </p:attrNameLst>
                                      </p:cBhvr>
                                      <p:to>
                                        <p:strVal val="visible"/>
                                      </p:to>
                                    </p:set>
                                    <p:animEffect transition="in" filter="fade">
                                      <p:cBhvr>
                                        <p:cTn id="52" dur="1000"/>
                                        <p:tgtEl>
                                          <p:spTgt spid="25">
                                            <p:txEl>
                                              <p:pRg st="0" end="0"/>
                                            </p:txEl>
                                          </p:spTgt>
                                        </p:tgtEl>
                                      </p:cBhvr>
                                    </p:animEffect>
                                    <p:anim calcmode="lin" valueType="num">
                                      <p:cBhvr>
                                        <p:cTn id="53" dur="1000" fill="hold"/>
                                        <p:tgtEl>
                                          <p:spTgt spid="25">
                                            <p:txEl>
                                              <p:pRg st="0" end="0"/>
                                            </p:txEl>
                                          </p:spTgt>
                                        </p:tgtEl>
                                        <p:attrNameLst>
                                          <p:attrName>ppt_x</p:attrName>
                                        </p:attrNameLst>
                                      </p:cBhvr>
                                      <p:tavLst>
                                        <p:tav tm="0">
                                          <p:val>
                                            <p:strVal val="#ppt_x"/>
                                          </p:val>
                                        </p:tav>
                                        <p:tav tm="100000">
                                          <p:val>
                                            <p:strVal val="#ppt_x"/>
                                          </p:val>
                                        </p:tav>
                                      </p:tavLst>
                                    </p:anim>
                                    <p:anim calcmode="lin" valueType="num">
                                      <p:cBhvr>
                                        <p:cTn id="54" dur="1000" fill="hold"/>
                                        <p:tgtEl>
                                          <p:spTgt spid="2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wipe(down)">
                                      <p:cBhvr>
                                        <p:cTn id="59" dur="500"/>
                                        <p:tgtEl>
                                          <p:spTgt spid="41"/>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21">
                                            <p:txEl>
                                              <p:pRg st="0" end="0"/>
                                            </p:txEl>
                                          </p:spTgt>
                                        </p:tgtEl>
                                        <p:attrNameLst>
                                          <p:attrName>style.visibility</p:attrName>
                                        </p:attrNameLst>
                                      </p:cBhvr>
                                      <p:to>
                                        <p:strVal val="visible"/>
                                      </p:to>
                                    </p:set>
                                    <p:animEffect transition="in" filter="fade">
                                      <p:cBhvr>
                                        <p:cTn id="62" dur="1000"/>
                                        <p:tgtEl>
                                          <p:spTgt spid="21">
                                            <p:txEl>
                                              <p:pRg st="0" end="0"/>
                                            </p:txEl>
                                          </p:spTgt>
                                        </p:tgtEl>
                                      </p:cBhvr>
                                    </p:animEffect>
                                    <p:anim calcmode="lin" valueType="num">
                                      <p:cBhvr>
                                        <p:cTn id="63" dur="1000" fill="hold"/>
                                        <p:tgtEl>
                                          <p:spTgt spid="21">
                                            <p:txEl>
                                              <p:pRg st="0" end="0"/>
                                            </p:txEl>
                                          </p:spTgt>
                                        </p:tgtEl>
                                        <p:attrNameLst>
                                          <p:attrName>ppt_x</p:attrName>
                                        </p:attrNameLst>
                                      </p:cBhvr>
                                      <p:tavLst>
                                        <p:tav tm="0">
                                          <p:val>
                                            <p:strVal val="#ppt_x"/>
                                          </p:val>
                                        </p:tav>
                                        <p:tav tm="100000">
                                          <p:val>
                                            <p:strVal val="#ppt_x"/>
                                          </p:val>
                                        </p:tav>
                                      </p:tavLst>
                                    </p:anim>
                                    <p:anim calcmode="lin" valueType="num">
                                      <p:cBhvr>
                                        <p:cTn id="64" dur="1000" fill="hold"/>
                                        <p:tgtEl>
                                          <p:spTgt spid="21">
                                            <p:txEl>
                                              <p:pRg st="0" end="0"/>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1000"/>
                                        <p:tgtEl>
                                          <p:spTgt spid="27"/>
                                        </p:tgtEl>
                                      </p:cBhvr>
                                    </p:animEffect>
                                    <p:anim calcmode="lin" valueType="num">
                                      <p:cBhvr>
                                        <p:cTn id="68" dur="1000" fill="hold"/>
                                        <p:tgtEl>
                                          <p:spTgt spid="27"/>
                                        </p:tgtEl>
                                        <p:attrNameLst>
                                          <p:attrName>ppt_x</p:attrName>
                                        </p:attrNameLst>
                                      </p:cBhvr>
                                      <p:tavLst>
                                        <p:tav tm="0">
                                          <p:val>
                                            <p:strVal val="#ppt_x"/>
                                          </p:val>
                                        </p:tav>
                                        <p:tav tm="100000">
                                          <p:val>
                                            <p:strVal val="#ppt_x"/>
                                          </p:val>
                                        </p:tav>
                                      </p:tavLst>
                                    </p:anim>
                                    <p:anim calcmode="lin" valueType="num">
                                      <p:cBhvr>
                                        <p:cTn id="6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8" grpId="0" build="p"/>
      <p:bldP spid="19" grpId="0" build="p"/>
      <p:bldP spid="20" grpId="0" build="p"/>
      <p:bldP spid="21" grpId="0" build="p"/>
      <p:bldP spid="16" grpId="0"/>
      <p:bldP spid="22" grpId="0"/>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2570F8B-2F65-379C-E776-E067EA76C899}"/>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893FD2E-FE7C-06FF-E124-D363B32AD7E3}"/>
              </a:ext>
            </a:extLst>
          </p:cNvPr>
          <p:cNvSpPr>
            <a:spLocks noGrp="1"/>
          </p:cNvSpPr>
          <p:nvPr>
            <p:ph type="sldNum" sz="quarter" idx="12"/>
          </p:nvPr>
        </p:nvSpPr>
        <p:spPr/>
        <p:txBody>
          <a:bodyPr/>
          <a:lstStyle/>
          <a:p>
            <a:fld id="{8D0AFDD5-844D-364D-8AEC-50CF4D36D55D}" type="slidenum">
              <a:rPr lang="en-US" noProof="0" smtClean="0"/>
              <a:t>23</a:t>
            </a:fld>
            <a:endParaRPr lang="en-US" noProof="0"/>
          </a:p>
        </p:txBody>
      </p:sp>
      <p:sp>
        <p:nvSpPr>
          <p:cNvPr id="9" name="Date Placeholder 8">
            <a:extLst>
              <a:ext uri="{FF2B5EF4-FFF2-40B4-BE49-F238E27FC236}">
                <a16:creationId xmlns:a16="http://schemas.microsoft.com/office/drawing/2014/main" id="{B8EF3F13-55FB-11EA-D2FA-B6BEAE48014E}"/>
              </a:ext>
            </a:extLst>
          </p:cNvPr>
          <p:cNvSpPr>
            <a:spLocks noGrp="1"/>
          </p:cNvSpPr>
          <p:nvPr>
            <p:ph type="dt" sz="half" idx="10"/>
          </p:nvPr>
        </p:nvSpPr>
        <p:spPr/>
        <p:txBody>
          <a:bodyPr/>
          <a:lstStyle/>
          <a:p>
            <a:r>
              <a:rPr lang="en-US" noProof="0" dirty="0"/>
              <a:t>20XX</a:t>
            </a:r>
          </a:p>
        </p:txBody>
      </p:sp>
      <p:pic>
        <p:nvPicPr>
          <p:cNvPr id="6146" name="Picture 2">
            <a:extLst>
              <a:ext uri="{FF2B5EF4-FFF2-40B4-BE49-F238E27FC236}">
                <a16:creationId xmlns:a16="http://schemas.microsoft.com/office/drawing/2014/main" id="{8311882C-E7BD-2899-53D7-4F56B391E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3832" y="1939620"/>
            <a:ext cx="5697767" cy="451888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F26E3EDB-4584-E3E7-35DE-8B7ED5D9693C}"/>
              </a:ext>
            </a:extLst>
          </p:cNvPr>
          <p:cNvPicPr>
            <a:picLocks noChangeAspect="1"/>
          </p:cNvPicPr>
          <p:nvPr/>
        </p:nvPicPr>
        <p:blipFill>
          <a:blip r:embed="rId3"/>
          <a:stretch>
            <a:fillRect/>
          </a:stretch>
        </p:blipFill>
        <p:spPr>
          <a:xfrm>
            <a:off x="560891" y="210208"/>
            <a:ext cx="10388294" cy="1434673"/>
          </a:xfrm>
          <a:prstGeom prst="rect">
            <a:avLst/>
          </a:prstGeom>
        </p:spPr>
      </p:pic>
    </p:spTree>
    <p:extLst>
      <p:ext uri="{BB962C8B-B14F-4D97-AF65-F5344CB8AC3E}">
        <p14:creationId xmlns:p14="http://schemas.microsoft.com/office/powerpoint/2010/main" val="4020714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C63D100A-B324-EEF9-423F-7FC0CDD2F0A0}"/>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7138F36-3E09-65C3-F2C5-10573DA4E789}"/>
              </a:ext>
            </a:extLst>
          </p:cNvPr>
          <p:cNvSpPr>
            <a:spLocks noGrp="1"/>
          </p:cNvSpPr>
          <p:nvPr>
            <p:ph type="sldNum" sz="quarter" idx="12"/>
          </p:nvPr>
        </p:nvSpPr>
        <p:spPr/>
        <p:txBody>
          <a:bodyPr/>
          <a:lstStyle/>
          <a:p>
            <a:fld id="{8D0AFDD5-844D-364D-8AEC-50CF4D36D55D}" type="slidenum">
              <a:rPr lang="en-US" noProof="0" smtClean="0"/>
              <a:t>24</a:t>
            </a:fld>
            <a:endParaRPr lang="en-US" noProof="0"/>
          </a:p>
        </p:txBody>
      </p:sp>
      <p:sp>
        <p:nvSpPr>
          <p:cNvPr id="9" name="Date Placeholder 8">
            <a:extLst>
              <a:ext uri="{FF2B5EF4-FFF2-40B4-BE49-F238E27FC236}">
                <a16:creationId xmlns:a16="http://schemas.microsoft.com/office/drawing/2014/main" id="{89585CF7-5F5A-7B34-C2E8-73A79381C3E9}"/>
              </a:ext>
            </a:extLst>
          </p:cNvPr>
          <p:cNvSpPr>
            <a:spLocks noGrp="1"/>
          </p:cNvSpPr>
          <p:nvPr>
            <p:ph type="dt" sz="half" idx="10"/>
          </p:nvPr>
        </p:nvSpPr>
        <p:spPr/>
        <p:txBody>
          <a:bodyPr/>
          <a:lstStyle/>
          <a:p>
            <a:r>
              <a:rPr lang="en-US" noProof="0"/>
              <a:t>20XX</a:t>
            </a:r>
          </a:p>
        </p:txBody>
      </p:sp>
      <p:sp>
        <p:nvSpPr>
          <p:cNvPr id="14" name="TextBox 13">
            <a:extLst>
              <a:ext uri="{FF2B5EF4-FFF2-40B4-BE49-F238E27FC236}">
                <a16:creationId xmlns:a16="http://schemas.microsoft.com/office/drawing/2014/main" id="{72F37EC1-A67A-A476-0B5B-A36E369E50D4}"/>
              </a:ext>
            </a:extLst>
          </p:cNvPr>
          <p:cNvSpPr txBox="1"/>
          <p:nvPr/>
        </p:nvSpPr>
        <p:spPr>
          <a:xfrm>
            <a:off x="721361" y="2435880"/>
            <a:ext cx="10547864" cy="2400144"/>
          </a:xfrm>
          <a:prstGeom prst="rect">
            <a:avLst/>
          </a:prstGeom>
          <a:noFill/>
        </p:spPr>
        <p:txBody>
          <a:bodyPr wrap="square">
            <a:spAutoFit/>
          </a:bodyPr>
          <a:lstStyle/>
          <a:p>
            <a:pPr algn="l">
              <a:spcAft>
                <a:spcPts val="450"/>
              </a:spcAft>
            </a:pPr>
            <a:r>
              <a:rPr lang="en-US" sz="1600" b="1" i="0" dirty="0">
                <a:solidFill>
                  <a:srgbClr val="1F1F1F"/>
                </a:solidFill>
                <a:effectLst/>
                <a:latin typeface="Calisto MT" panose="02040603050505030304" pitchFamily="18" charset="0"/>
              </a:rPr>
              <a:t>The best model based on the evaluation metrics is Random Forest Regressor, as it demonstrates the following:</a:t>
            </a:r>
            <a:endParaRPr lang="en-US" sz="1600" b="0" i="0" dirty="0">
              <a:solidFill>
                <a:srgbClr val="1F1F1F"/>
              </a:solidFill>
              <a:effectLst/>
              <a:latin typeface="Calisto MT" panose="02040603050505030304" pitchFamily="18" charset="0"/>
            </a:endParaRPr>
          </a:p>
          <a:p>
            <a:pPr algn="l">
              <a:lnSpc>
                <a:spcPct val="150000"/>
              </a:lnSpc>
              <a:spcAft>
                <a:spcPts val="450"/>
              </a:spcAft>
              <a:buFont typeface="Arial" panose="020B0604020202020204" pitchFamily="34" charset="0"/>
              <a:buChar char="•"/>
            </a:pPr>
            <a:r>
              <a:rPr lang="en-US" sz="1600" b="0" i="0" dirty="0">
                <a:solidFill>
                  <a:srgbClr val="1F1F1F"/>
                </a:solidFill>
                <a:effectLst/>
                <a:latin typeface="Calisto MT" panose="02040603050505030304" pitchFamily="18" charset="0"/>
              </a:rPr>
              <a:t> Lowest Mean Absolute Error (MAE): 0.0233, indicating the smallest average difference between predicted and actual values.</a:t>
            </a:r>
          </a:p>
          <a:p>
            <a:pPr algn="l">
              <a:lnSpc>
                <a:spcPct val="150000"/>
              </a:lnSpc>
              <a:spcAft>
                <a:spcPts val="450"/>
              </a:spcAft>
              <a:buFont typeface="Arial" panose="020B0604020202020204" pitchFamily="34" charset="0"/>
              <a:buChar char="•"/>
            </a:pPr>
            <a:r>
              <a:rPr lang="en-US" sz="1600" b="0" i="0" dirty="0">
                <a:solidFill>
                  <a:srgbClr val="1F1F1F"/>
                </a:solidFill>
                <a:effectLst/>
                <a:latin typeface="Calisto MT" panose="02040603050505030304" pitchFamily="18" charset="0"/>
              </a:rPr>
              <a:t> Lowest Mean Squared Error (MSE): 0.0202, which minimizes large deviations.</a:t>
            </a:r>
          </a:p>
          <a:p>
            <a:pPr algn="l">
              <a:lnSpc>
                <a:spcPct val="150000"/>
              </a:lnSpc>
              <a:spcAft>
                <a:spcPts val="450"/>
              </a:spcAft>
              <a:buFont typeface="Arial" panose="020B0604020202020204" pitchFamily="34" charset="0"/>
              <a:buChar char="•"/>
            </a:pPr>
            <a:r>
              <a:rPr lang="en-US" sz="1600" b="0" i="0" dirty="0">
                <a:solidFill>
                  <a:srgbClr val="1F1F1F"/>
                </a:solidFill>
                <a:effectLst/>
                <a:latin typeface="Calisto MT" panose="02040603050505030304" pitchFamily="18" charset="0"/>
              </a:rPr>
              <a:t> Highest R² Score: </a:t>
            </a:r>
            <a:r>
              <a:rPr lang="en-US" sz="1600" dirty="0">
                <a:solidFill>
                  <a:srgbClr val="1F1F1F"/>
                </a:solidFill>
                <a:latin typeface="Calisto MT" panose="02040603050505030304" pitchFamily="18" charset="0"/>
              </a:rPr>
              <a:t>0.98</a:t>
            </a:r>
            <a:r>
              <a:rPr lang="en-US" sz="1600" b="0" i="0" dirty="0">
                <a:solidFill>
                  <a:srgbClr val="1F1F1F"/>
                </a:solidFill>
                <a:effectLst/>
                <a:latin typeface="Calisto MT" panose="02040603050505030304" pitchFamily="18" charset="0"/>
              </a:rPr>
              <a:t>, indicating </a:t>
            </a:r>
            <a:r>
              <a:rPr lang="en-US" sz="1600" dirty="0">
                <a:solidFill>
                  <a:srgbClr val="1F1F1F"/>
                </a:solidFill>
                <a:latin typeface="Calisto MT" panose="02040603050505030304" pitchFamily="18" charset="0"/>
              </a:rPr>
              <a:t>it good</a:t>
            </a:r>
            <a:r>
              <a:rPr lang="en-US" sz="1600" b="0" i="0" dirty="0">
                <a:solidFill>
                  <a:srgbClr val="1F1F1F"/>
                </a:solidFill>
                <a:effectLst/>
                <a:latin typeface="Calisto MT" panose="02040603050505030304" pitchFamily="18" charset="0"/>
              </a:rPr>
              <a:t> fit to the data.</a:t>
            </a:r>
          </a:p>
          <a:p>
            <a:pPr algn="l">
              <a:lnSpc>
                <a:spcPct val="150000"/>
              </a:lnSpc>
              <a:spcAft>
                <a:spcPts val="450"/>
              </a:spcAft>
              <a:buFont typeface="Arial" panose="020B0604020202020204" pitchFamily="34" charset="0"/>
              <a:buChar char="•"/>
            </a:pPr>
            <a:r>
              <a:rPr lang="en-US" sz="1600" b="0" i="0" dirty="0">
                <a:solidFill>
                  <a:srgbClr val="1F1F1F"/>
                </a:solidFill>
                <a:effectLst/>
                <a:latin typeface="Calisto MT" panose="02040603050505030304" pitchFamily="18" charset="0"/>
              </a:rPr>
              <a:t> Adjusted R² Score: </a:t>
            </a:r>
            <a:r>
              <a:rPr lang="en-US" sz="1600" dirty="0">
                <a:solidFill>
                  <a:srgbClr val="1F1F1F"/>
                </a:solidFill>
                <a:latin typeface="Calisto MT" panose="02040603050505030304" pitchFamily="18" charset="0"/>
              </a:rPr>
              <a:t>0.98</a:t>
            </a:r>
            <a:r>
              <a:rPr lang="en-US" sz="1600" b="0" i="0" dirty="0">
                <a:solidFill>
                  <a:srgbClr val="1F1F1F"/>
                </a:solidFill>
                <a:effectLst/>
                <a:latin typeface="Calisto MT" panose="02040603050505030304" pitchFamily="18" charset="0"/>
              </a:rPr>
              <a:t>, maintaining its performance even after adjustments for model complexity</a:t>
            </a:r>
            <a:r>
              <a:rPr lang="en-US" sz="1600" b="0" i="0" dirty="0">
                <a:solidFill>
                  <a:srgbClr val="1F1F1F"/>
                </a:solidFill>
                <a:effectLst/>
                <a:latin typeface="Roboto" panose="02000000000000000000" pitchFamily="2" charset="0"/>
              </a:rPr>
              <a:t>.</a:t>
            </a:r>
          </a:p>
        </p:txBody>
      </p:sp>
      <p:pic>
        <p:nvPicPr>
          <p:cNvPr id="18" name="Picture 17">
            <a:extLst>
              <a:ext uri="{FF2B5EF4-FFF2-40B4-BE49-F238E27FC236}">
                <a16:creationId xmlns:a16="http://schemas.microsoft.com/office/drawing/2014/main" id="{5B4A9E54-80CD-7190-2804-F55D9A4C72BD}"/>
              </a:ext>
            </a:extLst>
          </p:cNvPr>
          <p:cNvPicPr>
            <a:picLocks noChangeAspect="1"/>
          </p:cNvPicPr>
          <p:nvPr/>
        </p:nvPicPr>
        <p:blipFill>
          <a:blip r:embed="rId2"/>
          <a:stretch>
            <a:fillRect/>
          </a:stretch>
        </p:blipFill>
        <p:spPr>
          <a:xfrm>
            <a:off x="726440" y="617647"/>
            <a:ext cx="10388294" cy="1434673"/>
          </a:xfrm>
          <a:prstGeom prst="rect">
            <a:avLst/>
          </a:prstGeom>
        </p:spPr>
      </p:pic>
      <p:sp>
        <p:nvSpPr>
          <p:cNvPr id="20" name="TextBox 19">
            <a:extLst>
              <a:ext uri="{FF2B5EF4-FFF2-40B4-BE49-F238E27FC236}">
                <a16:creationId xmlns:a16="http://schemas.microsoft.com/office/drawing/2014/main" id="{60A0F405-5E3D-6839-9CCD-05F1C97C7528}"/>
              </a:ext>
            </a:extLst>
          </p:cNvPr>
          <p:cNvSpPr txBox="1"/>
          <p:nvPr/>
        </p:nvSpPr>
        <p:spPr>
          <a:xfrm>
            <a:off x="646655" y="5321640"/>
            <a:ext cx="10547863" cy="646331"/>
          </a:xfrm>
          <a:prstGeom prst="rect">
            <a:avLst/>
          </a:prstGeom>
          <a:noFill/>
        </p:spPr>
        <p:txBody>
          <a:bodyPr wrap="square">
            <a:spAutoFit/>
          </a:bodyPr>
          <a:lstStyle/>
          <a:p>
            <a:r>
              <a:rPr lang="en-US" b="0" i="0" dirty="0">
                <a:solidFill>
                  <a:srgbClr val="1F1F1F"/>
                </a:solidFill>
                <a:effectLst/>
                <a:latin typeface="Roboto" panose="02000000000000000000" pitchFamily="2" charset="0"/>
              </a:rPr>
              <a:t>While the Decision Tree Regressor also achieves excellent metrics, Random Forest Regressor typically generalizes better to unseen data due to its ensemble nature, making it the preferred choice.</a:t>
            </a:r>
            <a:endParaRPr lang="en-IN" dirty="0"/>
          </a:p>
        </p:txBody>
      </p:sp>
    </p:spTree>
    <p:extLst>
      <p:ext uri="{BB962C8B-B14F-4D97-AF65-F5344CB8AC3E}">
        <p14:creationId xmlns:p14="http://schemas.microsoft.com/office/powerpoint/2010/main" val="18483014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702D218E-0A3D-2A2A-940E-76D7E6B00D6F}"/>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DAC17CD-6006-AF44-BF32-6F3EC03D73AF}"/>
              </a:ext>
            </a:extLst>
          </p:cNvPr>
          <p:cNvSpPr>
            <a:spLocks noGrp="1"/>
          </p:cNvSpPr>
          <p:nvPr>
            <p:ph type="sldNum" sz="quarter" idx="12"/>
          </p:nvPr>
        </p:nvSpPr>
        <p:spPr/>
        <p:txBody>
          <a:bodyPr/>
          <a:lstStyle/>
          <a:p>
            <a:fld id="{8D0AFDD5-844D-364D-8AEC-50CF4D36D55D}" type="slidenum">
              <a:rPr lang="en-US" noProof="0" smtClean="0"/>
              <a:t>25</a:t>
            </a:fld>
            <a:endParaRPr lang="en-US" noProof="0"/>
          </a:p>
        </p:txBody>
      </p:sp>
      <p:sp>
        <p:nvSpPr>
          <p:cNvPr id="9" name="Date Placeholder 8">
            <a:extLst>
              <a:ext uri="{FF2B5EF4-FFF2-40B4-BE49-F238E27FC236}">
                <a16:creationId xmlns:a16="http://schemas.microsoft.com/office/drawing/2014/main" id="{C0101056-FA22-53D0-F710-346A10096344}"/>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534057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A2F4693A-9797-275B-D2FD-AAF8A925E9EE}"/>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6ADDEE3-CBC9-3776-7A18-47F5DD469B32}"/>
              </a:ext>
            </a:extLst>
          </p:cNvPr>
          <p:cNvSpPr>
            <a:spLocks noGrp="1"/>
          </p:cNvSpPr>
          <p:nvPr>
            <p:ph type="sldNum" sz="quarter" idx="12"/>
          </p:nvPr>
        </p:nvSpPr>
        <p:spPr/>
        <p:txBody>
          <a:bodyPr/>
          <a:lstStyle/>
          <a:p>
            <a:fld id="{8D0AFDD5-844D-364D-8AEC-50CF4D36D55D}" type="slidenum">
              <a:rPr lang="en-US" noProof="0" smtClean="0"/>
              <a:t>26</a:t>
            </a:fld>
            <a:endParaRPr lang="en-US" noProof="0"/>
          </a:p>
        </p:txBody>
      </p:sp>
      <p:sp>
        <p:nvSpPr>
          <p:cNvPr id="8" name="Footer Placeholder 7">
            <a:extLst>
              <a:ext uri="{FF2B5EF4-FFF2-40B4-BE49-F238E27FC236}">
                <a16:creationId xmlns:a16="http://schemas.microsoft.com/office/drawing/2014/main" id="{2F470A64-B62C-798C-45A6-67963BC0BCBD}"/>
              </a:ext>
            </a:extLst>
          </p:cNvPr>
          <p:cNvSpPr>
            <a:spLocks noGrp="1"/>
          </p:cNvSpPr>
          <p:nvPr>
            <p:ph type="ftr" sz="quarter" idx="11"/>
          </p:nvPr>
        </p:nvSpPr>
        <p:spPr/>
        <p:txBody>
          <a:bodyPr/>
          <a:lstStyle/>
          <a:p>
            <a:r>
              <a:rPr lang="en-US" noProof="0"/>
              <a:t>Presentation title</a:t>
            </a:r>
          </a:p>
        </p:txBody>
      </p:sp>
      <p:sp>
        <p:nvSpPr>
          <p:cNvPr id="9" name="Date Placeholder 8">
            <a:extLst>
              <a:ext uri="{FF2B5EF4-FFF2-40B4-BE49-F238E27FC236}">
                <a16:creationId xmlns:a16="http://schemas.microsoft.com/office/drawing/2014/main" id="{C90CF592-0190-EE37-29D6-0CD8E0632A26}"/>
              </a:ext>
            </a:extLst>
          </p:cNvPr>
          <p:cNvSpPr>
            <a:spLocks noGrp="1"/>
          </p:cNvSpPr>
          <p:nvPr>
            <p:ph type="dt" sz="half" idx="10"/>
          </p:nvPr>
        </p:nvSpPr>
        <p:spPr/>
        <p:txBody>
          <a:bodyPr/>
          <a:lstStyle/>
          <a:p>
            <a:r>
              <a:rPr lang="en-US" noProof="0"/>
              <a:t>20XX</a:t>
            </a:r>
          </a:p>
        </p:txBody>
      </p:sp>
    </p:spTree>
    <p:extLst>
      <p:ext uri="{BB962C8B-B14F-4D97-AF65-F5344CB8AC3E}">
        <p14:creationId xmlns:p14="http://schemas.microsoft.com/office/powerpoint/2010/main" val="31874978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2"/>
          </a:fgClr>
          <a:bgClr>
            <a:schemeClr val="bg1"/>
          </a:bgClr>
        </a:patt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F6B846-0566-1469-3E63-BD86218B40E8}"/>
              </a:ext>
            </a:extLst>
          </p:cNvPr>
          <p:cNvSpPr txBox="1"/>
          <p:nvPr/>
        </p:nvSpPr>
        <p:spPr>
          <a:xfrm>
            <a:off x="4257040" y="3180080"/>
            <a:ext cx="3419526" cy="769441"/>
          </a:xfrm>
          <a:prstGeom prst="rect">
            <a:avLst/>
          </a:prstGeom>
          <a:noFill/>
        </p:spPr>
        <p:txBody>
          <a:bodyPr wrap="none" rtlCol="0">
            <a:spAutoFit/>
          </a:bodyPr>
          <a:lstStyle/>
          <a:p>
            <a:r>
              <a:rPr lang="en-US" sz="4400" dirty="0">
                <a:latin typeface="+mj-lt"/>
              </a:rPr>
              <a:t>Thank you.. </a:t>
            </a:r>
            <a:endParaRPr lang="en-IN" sz="4400" dirty="0">
              <a:latin typeface="+mj-lt"/>
            </a:endParaRPr>
          </a:p>
        </p:txBody>
      </p:sp>
    </p:spTree>
    <p:extLst>
      <p:ext uri="{BB962C8B-B14F-4D97-AF65-F5344CB8AC3E}">
        <p14:creationId xmlns:p14="http://schemas.microsoft.com/office/powerpoint/2010/main" val="2876130930"/>
      </p:ext>
    </p:extLst>
  </p:cSld>
  <p:clrMapOvr>
    <a:masterClrMapping/>
  </p:clrMapOvr>
</p:sld>
</file>

<file path=ppt/theme/theme1.xml><?xml version="1.0" encoding="utf-8"?>
<a:theme xmlns:a="http://schemas.openxmlformats.org/drawingml/2006/main" name="Office Theme">
  <a:themeElements>
    <a:clrScheme name="Custom 30">
      <a:dk1>
        <a:srgbClr val="000000"/>
      </a:dk1>
      <a:lt1>
        <a:srgbClr val="FFFFFF"/>
      </a:lt1>
      <a:dk2>
        <a:srgbClr val="264653"/>
      </a:dk2>
      <a:lt2>
        <a:srgbClr val="E7E6E6"/>
      </a:lt2>
      <a:accent1>
        <a:srgbClr val="F3EBE8"/>
      </a:accent1>
      <a:accent2>
        <a:srgbClr val="E9C369"/>
      </a:accent2>
      <a:accent3>
        <a:srgbClr val="2A9D8F"/>
      </a:accent3>
      <a:accent4>
        <a:srgbClr val="F3D6CD"/>
      </a:accent4>
      <a:accent5>
        <a:srgbClr val="F3EBE8"/>
      </a:accent5>
      <a:accent6>
        <a:srgbClr val="60717C"/>
      </a:accent6>
      <a:hlink>
        <a:srgbClr val="828683"/>
      </a:hlink>
      <a:folHlink>
        <a:srgbClr val="D08A55"/>
      </a:folHlink>
    </a:clrScheme>
    <a:fontScheme name="Custom 28">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rn-Angles_Win32_CP_v11" id="{557BB2FF-F1F4-4776-80DE-DC11FC14475E}" vid="{E0321167-E0D5-4285-8F17-B2BAD920F1B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D9A46C-D3F3-4D45-B248-B831C6B5FC85}">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A7D90517-43A3-4BC6-B197-5C7B7D3DBC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FA78568-A730-4D3B-A489-FD854E91254A}">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{DD8DA154-4115-4649-BA61-8E031B6B7A29}tf11429527_win32</Template>
  <TotalTime>1169</TotalTime>
  <Words>2004</Words>
  <Application>Microsoft Office PowerPoint</Application>
  <PresentationFormat>Widescreen</PresentationFormat>
  <Paragraphs>194</Paragraphs>
  <Slides>27</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27</vt:i4>
      </vt:variant>
    </vt:vector>
  </HeadingPairs>
  <TitlesOfParts>
    <vt:vector size="42" baseType="lpstr">
      <vt:lpstr>Aptos Narrow</vt:lpstr>
      <vt:lpstr>Arial</vt:lpstr>
      <vt:lpstr>Book Antiqua</vt:lpstr>
      <vt:lpstr>Calibri</vt:lpstr>
      <vt:lpstr>Calibri Light</vt:lpstr>
      <vt:lpstr>Calisto MT</vt:lpstr>
      <vt:lpstr>Cambria Math</vt:lpstr>
      <vt:lpstr>Century Gothic</vt:lpstr>
      <vt:lpstr>Karla</vt:lpstr>
      <vt:lpstr>Roboto</vt:lpstr>
      <vt:lpstr>Symbol</vt:lpstr>
      <vt:lpstr>Times New Roman</vt:lpstr>
      <vt:lpstr>Trebuchet MS</vt:lpstr>
      <vt:lpstr>Univers Condensed Light</vt:lpstr>
      <vt:lpstr>Office Theme</vt:lpstr>
      <vt:lpstr>PowerPoint Presentation</vt:lpstr>
      <vt:lpstr>Prediction of Air Quality Index for Mumbai Region: A Machine Learning Approach </vt:lpstr>
      <vt:lpstr>Objective </vt:lpstr>
      <vt:lpstr>PowerPoint Presentation</vt:lpstr>
      <vt:lpstr>Methodology The project will involve the following steps</vt:lpstr>
      <vt:lpstr>PowerPoint Presentation</vt:lpstr>
      <vt:lpstr>PowerPoint Presentation</vt:lpstr>
      <vt:lpstr>Data preprocessing steps: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Development</vt:lpstr>
      <vt:lpstr>Model Evaluation &amp; Feature Importance  Model Evaluation &amp; Freature selection  will involve the following steps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Kumar</dc:creator>
  <cp:lastModifiedBy>Rahul Kumar</cp:lastModifiedBy>
  <cp:revision>12</cp:revision>
  <dcterms:created xsi:type="dcterms:W3CDTF">2024-09-19T00:16:47Z</dcterms:created>
  <dcterms:modified xsi:type="dcterms:W3CDTF">2024-12-17T05:03:15Z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