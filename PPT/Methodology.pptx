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4"/>
  </p:sldMasterIdLst>
  <p:notesMasterIdLst>
    <p:notesMasterId r:id="rId8"/>
  </p:notesMasterIdLst>
  <p:handoutMasterIdLst>
    <p:handoutMasterId r:id="rId9"/>
  </p:handoutMasterIdLst>
  <p:sldIdLst>
    <p:sldId id="293" r:id="rId5"/>
    <p:sldId id="294" r:id="rId6"/>
    <p:sldId id="28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360" userDrawn="1">
          <p15:clr>
            <a:srgbClr val="A4A3A4"/>
          </p15:clr>
        </p15:guide>
        <p15:guide id="6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ABB7"/>
    <a:srgbClr val="000000"/>
    <a:srgbClr val="637FE9"/>
    <a:srgbClr val="F2D0E3"/>
    <a:srgbClr val="F23DB3"/>
    <a:srgbClr val="F2B077"/>
    <a:srgbClr val="172DA6"/>
    <a:srgbClr val="4868E5"/>
    <a:srgbClr val="1D2670"/>
    <a:srgbClr val="1221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ECE189-9AB3-4B2D-BDE8-BAD5486F4250}" v="1" dt="2024-09-19T00:09:35.2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941" autoAdjust="0"/>
  </p:normalViewPr>
  <p:slideViewPr>
    <p:cSldViewPr snapToGrid="0" showGuides="1">
      <p:cViewPr varScale="1">
        <p:scale>
          <a:sx n="76" d="100"/>
          <a:sy n="76" d="100"/>
        </p:scale>
        <p:origin x="946" y="67"/>
      </p:cViewPr>
      <p:guideLst>
        <p:guide orient="horz" pos="360"/>
        <p:guide pos="3840"/>
      </p:guideLst>
    </p:cSldViewPr>
  </p:slideViewPr>
  <p:outlineViewPr>
    <p:cViewPr>
      <p:scale>
        <a:sx n="33" d="100"/>
        <a:sy n="33" d="100"/>
      </p:scale>
      <p:origin x="0" y="-21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AC31C6-86CC-4986-9D57-FEB8224859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3EA96D-B685-4DB8-AAAD-03DBC19CE5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8938-83D5-4D91-922D-1735B846DE2C}" type="datetimeFigureOut">
              <a:rPr lang="en-US" smtClean="0"/>
              <a:t>9/19/2024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F58A3E-1629-48A9-846F-958A6CCD590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26046E-95E6-4E03-8C52-6AD379D673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05E45-3CC1-48B0-9200-3FE6BFCCC6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6700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D9086-AAB8-42A9-92C9-EA9C8F7F2814}" type="datetimeFigureOut">
              <a:rPr lang="en-US" smtClean="0"/>
              <a:t>9/19/2024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2B4267-FD12-436C-A400-74799FCF0C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907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B4267-FD12-436C-A400-74799FCF0CD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014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B4267-FD12-436C-A400-74799FCF0CD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333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AFD94275-EC93-C87A-6BBB-425F15188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99519" y="2688324"/>
            <a:ext cx="840963" cy="840963"/>
          </a:xfrm>
          <a:prstGeom prst="ellipse">
            <a:avLst/>
          </a:prstGeom>
          <a:solidFill>
            <a:schemeClr val="accent3">
              <a:lumMod val="40000"/>
              <a:lumOff val="6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67DDEA5-75C4-FF17-3A23-7ECAF0CD4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47518" y="2688324"/>
            <a:ext cx="840963" cy="840963"/>
          </a:xfrm>
          <a:prstGeom prst="ellipse">
            <a:avLst/>
          </a:prstGeom>
          <a:solidFill>
            <a:schemeClr val="accent3">
              <a:lumMod val="60000"/>
              <a:lumOff val="4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BE36D08-1D47-1B17-EFCA-4F96B6E71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51519" y="2688324"/>
            <a:ext cx="840963" cy="840963"/>
          </a:xfrm>
          <a:prstGeom prst="ellipse">
            <a:avLst/>
          </a:prstGeom>
          <a:solidFill>
            <a:schemeClr val="accent6">
              <a:lumMod val="40000"/>
              <a:lumOff val="6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E23803-C97E-0679-3488-8C245D767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8662" y="2688324"/>
            <a:ext cx="840963" cy="84096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FE23D0-0FF0-42C6-B15F-A719DFDD52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124" y="457199"/>
            <a:ext cx="11731752" cy="116456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EAA216C1-AB2E-40F5-9FEB-99A051529B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61591" y="2616354"/>
            <a:ext cx="887413" cy="889000"/>
          </a:xfrm>
        </p:spPr>
        <p:txBody>
          <a:bodyPr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D77457B-088A-4D58-BA8E-B758F3A6A0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457" y="4019516"/>
            <a:ext cx="2585943" cy="3693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26074907-686A-4144-BB8F-791A360F4C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643" y="4491306"/>
            <a:ext cx="2158999" cy="601662"/>
          </a:xfrm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6" name="Picture Placeholder 34">
            <a:extLst>
              <a:ext uri="{FF2B5EF4-FFF2-40B4-BE49-F238E27FC236}">
                <a16:creationId xmlns:a16="http://schemas.microsoft.com/office/drawing/2014/main" id="{FAEA8B42-3F7F-41AD-BABE-4EEB23482AE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20929" y="2616354"/>
            <a:ext cx="887413" cy="889000"/>
          </a:xfrm>
        </p:spPr>
        <p:txBody>
          <a:bodyPr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DD29B92B-5D6C-4077-8F1A-743E03C13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81457" y="4019516"/>
            <a:ext cx="2585943" cy="3693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008E0623-EC20-45C5-91A6-0F11089BC4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80136" y="4491306"/>
            <a:ext cx="1983726" cy="601662"/>
          </a:xfrm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7" name="Picture Placeholder 34">
            <a:extLst>
              <a:ext uri="{FF2B5EF4-FFF2-40B4-BE49-F238E27FC236}">
                <a16:creationId xmlns:a16="http://schemas.microsoft.com/office/drawing/2014/main" id="{7567D676-2C80-4141-893B-11FCC59F843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407299" y="2616354"/>
            <a:ext cx="887413" cy="889000"/>
          </a:xfrm>
        </p:spPr>
        <p:txBody>
          <a:bodyPr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13F3E81B-98F9-43EF-B142-E08146C84E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26144" y="4019516"/>
            <a:ext cx="2585943" cy="3693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61293D0A-B2E6-4C99-A936-14475FCCE5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28138" y="4491306"/>
            <a:ext cx="1983726" cy="601662"/>
          </a:xfrm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8" name="Picture Placeholder 34">
            <a:extLst>
              <a:ext uri="{FF2B5EF4-FFF2-40B4-BE49-F238E27FC236}">
                <a16:creationId xmlns:a16="http://schemas.microsoft.com/office/drawing/2014/main" id="{6F952DCC-32A4-47A9-94B1-DD217C6081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56949" y="2616354"/>
            <a:ext cx="887413" cy="889000"/>
          </a:xfrm>
        </p:spPr>
        <p:txBody>
          <a:bodyPr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DBC70D5F-BACB-4A84-A4D0-71ECD4393E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74144" y="4019516"/>
            <a:ext cx="2585943" cy="369311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1527FC22-EC4A-4577-9F30-4B76AC7BCE0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76136" y="4491306"/>
            <a:ext cx="1983726" cy="601662"/>
          </a:xfrm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43A5E61-4930-643F-C870-0B885BD5D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434661" y="3748073"/>
            <a:ext cx="9317820" cy="168964"/>
            <a:chOff x="1434661" y="3748073"/>
            <a:chExt cx="9317820" cy="16896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C0B5E23-017C-98F8-56D6-A44D68237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11" idx="6"/>
              <a:endCxn id="8" idx="2"/>
            </p:cNvCxnSpPr>
            <p:nvPr userDrawn="1"/>
          </p:nvCxnSpPr>
          <p:spPr>
            <a:xfrm flipH="1">
              <a:off x="1434661" y="3832555"/>
              <a:ext cx="93178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8" name="Oval 7" descr="timeline markers">
              <a:extLst>
                <a:ext uri="{FF2B5EF4-FFF2-40B4-BE49-F238E27FC236}">
                  <a16:creationId xmlns:a16="http://schemas.microsoft.com/office/drawing/2014/main" id="{C9B4712F-53D8-B865-ED94-DB8B8FC12CF6}"/>
                </a:ext>
              </a:extLst>
            </p:cNvPr>
            <p:cNvSpPr/>
            <p:nvPr userDrawn="1"/>
          </p:nvSpPr>
          <p:spPr>
            <a:xfrm>
              <a:off x="1434661" y="3748073"/>
              <a:ext cx="168964" cy="1689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000000"/>
                  </a:solidFill>
                </a:ln>
              </a:endParaRPr>
            </a:p>
          </p:txBody>
        </p:sp>
        <p:sp>
          <p:nvSpPr>
            <p:cNvPr id="9" name="Oval 8" descr="timeline markers">
              <a:extLst>
                <a:ext uri="{FF2B5EF4-FFF2-40B4-BE49-F238E27FC236}">
                  <a16:creationId xmlns:a16="http://schemas.microsoft.com/office/drawing/2014/main" id="{2004C008-7BEB-2666-E302-67CE046DD70A}"/>
                </a:ext>
              </a:extLst>
            </p:cNvPr>
            <p:cNvSpPr/>
            <p:nvPr userDrawn="1"/>
          </p:nvSpPr>
          <p:spPr>
            <a:xfrm>
              <a:off x="4487518" y="3748073"/>
              <a:ext cx="168964" cy="1689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000000"/>
                  </a:solidFill>
                </a:ln>
              </a:endParaRPr>
            </a:p>
          </p:txBody>
        </p:sp>
        <p:sp>
          <p:nvSpPr>
            <p:cNvPr id="10" name="Oval 9" descr="timeline markers">
              <a:extLst>
                <a:ext uri="{FF2B5EF4-FFF2-40B4-BE49-F238E27FC236}">
                  <a16:creationId xmlns:a16="http://schemas.microsoft.com/office/drawing/2014/main" id="{091ECB05-AF52-EC56-7C38-6AE57F46F055}"/>
                </a:ext>
              </a:extLst>
            </p:cNvPr>
            <p:cNvSpPr/>
            <p:nvPr userDrawn="1"/>
          </p:nvSpPr>
          <p:spPr>
            <a:xfrm>
              <a:off x="7535518" y="3748073"/>
              <a:ext cx="168964" cy="1689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000000"/>
                  </a:solidFill>
                </a:ln>
              </a:endParaRPr>
            </a:p>
          </p:txBody>
        </p:sp>
        <p:sp>
          <p:nvSpPr>
            <p:cNvPr id="11" name="Oval 10" descr="timeline markers">
              <a:extLst>
                <a:ext uri="{FF2B5EF4-FFF2-40B4-BE49-F238E27FC236}">
                  <a16:creationId xmlns:a16="http://schemas.microsoft.com/office/drawing/2014/main" id="{9FA5B378-820A-AD6F-C2F7-12D55DA9E413}"/>
                </a:ext>
              </a:extLst>
            </p:cNvPr>
            <p:cNvSpPr/>
            <p:nvPr userDrawn="1"/>
          </p:nvSpPr>
          <p:spPr>
            <a:xfrm>
              <a:off x="10583517" y="3748073"/>
              <a:ext cx="168964" cy="1689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000000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9402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0">
          <p15:clr>
            <a:srgbClr val="FBAE40"/>
          </p15:clr>
        </p15:guide>
        <p15:guide id="2" pos="3840">
          <p15:clr>
            <a:srgbClr val="FBAE40"/>
          </p15:clr>
        </p15:guide>
        <p15:guide id="3" pos="5760">
          <p15:clr>
            <a:srgbClr val="FBAE40"/>
          </p15:clr>
        </p15:guide>
        <p15:guide id="4" pos="3984">
          <p15:clr>
            <a:srgbClr val="5ACBF0"/>
          </p15:clr>
        </p15:guide>
        <p15:guide id="5" pos="3696">
          <p15:clr>
            <a:srgbClr val="5ACBF0"/>
          </p15:clr>
        </p15:guide>
        <p15:guide id="6" pos="2064">
          <p15:clr>
            <a:srgbClr val="5ACBF0"/>
          </p15:clr>
        </p15:guide>
        <p15:guide id="7" pos="1776">
          <p15:clr>
            <a:srgbClr val="5ACBF0"/>
          </p15:clr>
        </p15:guide>
        <p15:guide id="8" pos="5616">
          <p15:clr>
            <a:srgbClr val="5ACBF0"/>
          </p15:clr>
        </p15:guide>
        <p15:guide id="9" pos="5904">
          <p15:clr>
            <a:srgbClr val="5ACBF0"/>
          </p15:clr>
        </p15:guide>
        <p15:guide id="10" pos="144">
          <p15:clr>
            <a:srgbClr val="5ACBF0"/>
          </p15:clr>
        </p15:guide>
        <p15:guide id="11" orient="horz" pos="4176">
          <p15:clr>
            <a:srgbClr val="5ACBF0"/>
          </p15:clr>
        </p15:guide>
        <p15:guide id="12" pos="7536">
          <p15:clr>
            <a:srgbClr val="5ACBF0"/>
          </p15:clr>
        </p15:guide>
        <p15:guide id="13" orient="horz" pos="144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2F74C26D-17C1-BDA0-19BD-8D0D7B66B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76547" y="1458965"/>
            <a:ext cx="10278189" cy="5752254"/>
            <a:chOff x="976547" y="1458965"/>
            <a:chExt cx="10278189" cy="5752254"/>
          </a:xfrm>
        </p:grpSpPr>
        <p:grpSp>
          <p:nvGrpSpPr>
            <p:cNvPr id="9" name="Group 8" descr="timeline">
              <a:extLst>
                <a:ext uri="{FF2B5EF4-FFF2-40B4-BE49-F238E27FC236}">
                  <a16:creationId xmlns:a16="http://schemas.microsoft.com/office/drawing/2014/main" id="{951A9006-1AA5-8FDD-7DF7-819B24CF74B4}"/>
                </a:ext>
              </a:extLst>
            </p:cNvPr>
            <p:cNvGrpSpPr/>
            <p:nvPr userDrawn="1"/>
          </p:nvGrpSpPr>
          <p:grpSpPr>
            <a:xfrm>
              <a:off x="976547" y="1458965"/>
              <a:ext cx="10278189" cy="5752254"/>
              <a:chOff x="976547" y="1458965"/>
              <a:chExt cx="10278189" cy="5752254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ADD408A8-97F2-7E05-F618-3BB598061DEA}"/>
                  </a:ext>
                </a:extLst>
              </p:cNvPr>
              <p:cNvGrpSpPr/>
              <p:nvPr/>
            </p:nvGrpSpPr>
            <p:grpSpPr>
              <a:xfrm rot="5400000" flipH="1">
                <a:off x="9555848" y="2219844"/>
                <a:ext cx="1624126" cy="1773651"/>
                <a:chOff x="6415077" y="1171530"/>
                <a:chExt cx="1890380" cy="1890380"/>
              </a:xfrm>
            </p:grpSpPr>
            <p:sp>
              <p:nvSpPr>
                <p:cNvPr id="19" name="Arc 18">
                  <a:extLst>
                    <a:ext uri="{FF2B5EF4-FFF2-40B4-BE49-F238E27FC236}">
                      <a16:creationId xmlns:a16="http://schemas.microsoft.com/office/drawing/2014/main" id="{D77258D4-274F-76CE-B5FA-8B62FC13BF3A}"/>
                    </a:ext>
                  </a:extLst>
                </p:cNvPr>
                <p:cNvSpPr/>
                <p:nvPr/>
              </p:nvSpPr>
              <p:spPr>
                <a:xfrm>
                  <a:off x="6415077" y="1171530"/>
                  <a:ext cx="1890380" cy="1890380"/>
                </a:xfrm>
                <a:prstGeom prst="arc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" name="Arc 19">
                  <a:extLst>
                    <a:ext uri="{FF2B5EF4-FFF2-40B4-BE49-F238E27FC236}">
                      <a16:creationId xmlns:a16="http://schemas.microsoft.com/office/drawing/2014/main" id="{ED37F8D3-A985-DE19-B607-FF73FF4E1DA1}"/>
                    </a:ext>
                  </a:extLst>
                </p:cNvPr>
                <p:cNvSpPr/>
                <p:nvPr/>
              </p:nvSpPr>
              <p:spPr>
                <a:xfrm flipH="1">
                  <a:off x="6415077" y="1171530"/>
                  <a:ext cx="1890380" cy="1890380"/>
                </a:xfrm>
                <a:prstGeom prst="arc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CA47E25-A2AE-4878-E96E-6F761C04E974}"/>
                  </a:ext>
                </a:extLst>
              </p:cNvPr>
              <p:cNvGrpSpPr/>
              <p:nvPr/>
            </p:nvGrpSpPr>
            <p:grpSpPr>
              <a:xfrm rot="16200000" flipH="1">
                <a:off x="1051310" y="3843465"/>
                <a:ext cx="1624126" cy="1773651"/>
                <a:chOff x="6415077" y="1171530"/>
                <a:chExt cx="1890380" cy="1890380"/>
              </a:xfrm>
            </p:grpSpPr>
            <p:sp>
              <p:nvSpPr>
                <p:cNvPr id="17" name="Arc 16">
                  <a:extLst>
                    <a:ext uri="{FF2B5EF4-FFF2-40B4-BE49-F238E27FC236}">
                      <a16:creationId xmlns:a16="http://schemas.microsoft.com/office/drawing/2014/main" id="{DFA60F46-4355-4061-61A1-068B43E6F976}"/>
                    </a:ext>
                  </a:extLst>
                </p:cNvPr>
                <p:cNvSpPr/>
                <p:nvPr/>
              </p:nvSpPr>
              <p:spPr>
                <a:xfrm>
                  <a:off x="6415077" y="1171530"/>
                  <a:ext cx="1890380" cy="1890380"/>
                </a:xfrm>
                <a:prstGeom prst="arc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" name="Arc 17">
                  <a:extLst>
                    <a:ext uri="{FF2B5EF4-FFF2-40B4-BE49-F238E27FC236}">
                      <a16:creationId xmlns:a16="http://schemas.microsoft.com/office/drawing/2014/main" id="{A177BC1C-BB13-ECE7-6D9E-DB1A363D6E85}"/>
                    </a:ext>
                  </a:extLst>
                </p:cNvPr>
                <p:cNvSpPr/>
                <p:nvPr/>
              </p:nvSpPr>
              <p:spPr>
                <a:xfrm flipH="1">
                  <a:off x="6415077" y="1171530"/>
                  <a:ext cx="1890380" cy="1890380"/>
                </a:xfrm>
                <a:prstGeom prst="arc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2" name="Arc 6">
                <a:extLst>
                  <a:ext uri="{FF2B5EF4-FFF2-40B4-BE49-F238E27FC236}">
                    <a16:creationId xmlns:a16="http://schemas.microsoft.com/office/drawing/2014/main" id="{8EAF3EDC-C75F-ACC6-C4FB-703F6A573A10}"/>
                  </a:ext>
                </a:extLst>
              </p:cNvPr>
              <p:cNvSpPr/>
              <p:nvPr/>
            </p:nvSpPr>
            <p:spPr>
              <a:xfrm rot="16200000" flipH="1">
                <a:off x="1705996" y="1478703"/>
                <a:ext cx="834433" cy="794957"/>
              </a:xfrm>
              <a:custGeom>
                <a:avLst/>
                <a:gdLst>
                  <a:gd name="connsiteX0" fmla="*/ 834432 w 1668865"/>
                  <a:gd name="connsiteY0" fmla="*/ 0 h 1589914"/>
                  <a:gd name="connsiteX1" fmla="*/ 1668865 w 1668865"/>
                  <a:gd name="connsiteY1" fmla="*/ 794957 h 1589914"/>
                  <a:gd name="connsiteX2" fmla="*/ 834433 w 1668865"/>
                  <a:gd name="connsiteY2" fmla="*/ 794957 h 1589914"/>
                  <a:gd name="connsiteX3" fmla="*/ 834432 w 1668865"/>
                  <a:gd name="connsiteY3" fmla="*/ 0 h 1589914"/>
                  <a:gd name="connsiteX0" fmla="*/ 834432 w 1668865"/>
                  <a:gd name="connsiteY0" fmla="*/ 0 h 1589914"/>
                  <a:gd name="connsiteX1" fmla="*/ 1668865 w 1668865"/>
                  <a:gd name="connsiteY1" fmla="*/ 794957 h 1589914"/>
                  <a:gd name="connsiteX0" fmla="*/ 0 w 834433"/>
                  <a:gd name="connsiteY0" fmla="*/ 0 h 794957"/>
                  <a:gd name="connsiteX1" fmla="*/ 834433 w 834433"/>
                  <a:gd name="connsiteY1" fmla="*/ 794957 h 794957"/>
                  <a:gd name="connsiteX2" fmla="*/ 1 w 834433"/>
                  <a:gd name="connsiteY2" fmla="*/ 794957 h 794957"/>
                  <a:gd name="connsiteX3" fmla="*/ 0 w 834433"/>
                  <a:gd name="connsiteY3" fmla="*/ 0 h 794957"/>
                  <a:gd name="connsiteX0" fmla="*/ 64295 w 834433"/>
                  <a:gd name="connsiteY0" fmla="*/ 0 h 794957"/>
                  <a:gd name="connsiteX1" fmla="*/ 834433 w 834433"/>
                  <a:gd name="connsiteY1" fmla="*/ 794957 h 79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34433" h="794957" stroke="0" extrusionOk="0">
                    <a:moveTo>
                      <a:pt x="0" y="0"/>
                    </a:moveTo>
                    <a:cubicBezTo>
                      <a:pt x="460845" y="0"/>
                      <a:pt x="834433" y="355914"/>
                      <a:pt x="834433" y="794957"/>
                    </a:cubicBezTo>
                    <a:lnTo>
                      <a:pt x="1" y="794957"/>
                    </a:lnTo>
                    <a:cubicBezTo>
                      <a:pt x="1" y="529971"/>
                      <a:pt x="0" y="264986"/>
                      <a:pt x="0" y="0"/>
                    </a:cubicBezTo>
                    <a:close/>
                  </a:path>
                  <a:path w="834433" h="794957" fill="none">
                    <a:moveTo>
                      <a:pt x="64295" y="0"/>
                    </a:moveTo>
                    <a:cubicBezTo>
                      <a:pt x="525140" y="0"/>
                      <a:pt x="834433" y="355914"/>
                      <a:pt x="834433" y="794957"/>
                    </a:cubicBezTo>
                  </a:path>
                </a:pathLst>
              </a:cu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B90160A2-070D-AACD-0074-4999FFF4D544}"/>
                  </a:ext>
                </a:extLst>
              </p:cNvPr>
              <p:cNvSpPr/>
              <p:nvPr/>
            </p:nvSpPr>
            <p:spPr>
              <a:xfrm rot="5400000" flipH="1">
                <a:off x="5908738" y="5581830"/>
                <a:ext cx="1668865" cy="1589914"/>
              </a:xfrm>
              <a:prstGeom prst="arc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ABCB79CD-8D80-B3F8-BE1C-E874A86968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89536" y="2293398"/>
                <a:ext cx="789596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215B517-FF7C-6AAF-C73A-64C1E3D882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49703" y="3918227"/>
                <a:ext cx="853579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46ECD0F-5724-6B4D-C64B-ED19DB331BF9}"/>
                  </a:ext>
                </a:extLst>
              </p:cNvPr>
              <p:cNvCxnSpPr>
                <a:cxnSpLocks/>
                <a:stCxn id="13" idx="2"/>
              </p:cNvCxnSpPr>
              <p:nvPr/>
            </p:nvCxnSpPr>
            <p:spPr>
              <a:xfrm flipH="1" flipV="1">
                <a:off x="1849705" y="5542113"/>
                <a:ext cx="4893466" cy="24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Oval 20" descr="timeline markers">
              <a:extLst>
                <a:ext uri="{FF2B5EF4-FFF2-40B4-BE49-F238E27FC236}">
                  <a16:creationId xmlns:a16="http://schemas.microsoft.com/office/drawing/2014/main" id="{CF064689-14DA-175E-3ABE-2D82B0BBFD72}"/>
                </a:ext>
              </a:extLst>
            </p:cNvPr>
            <p:cNvSpPr/>
            <p:nvPr userDrawn="1"/>
          </p:nvSpPr>
          <p:spPr>
            <a:xfrm>
              <a:off x="1656253" y="1528909"/>
              <a:ext cx="168964" cy="1689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000000"/>
                  </a:solidFill>
                </a:ln>
              </a:endParaRPr>
            </a:p>
          </p:txBody>
        </p:sp>
        <p:sp>
          <p:nvSpPr>
            <p:cNvPr id="22" name="Oval 21" descr="timeline markers">
              <a:extLst>
                <a:ext uri="{FF2B5EF4-FFF2-40B4-BE49-F238E27FC236}">
                  <a16:creationId xmlns:a16="http://schemas.microsoft.com/office/drawing/2014/main" id="{880D28FE-F3D4-412B-6061-26504D1866FF}"/>
                </a:ext>
              </a:extLst>
            </p:cNvPr>
            <p:cNvSpPr/>
            <p:nvPr userDrawn="1"/>
          </p:nvSpPr>
          <p:spPr>
            <a:xfrm>
              <a:off x="7453646" y="6285904"/>
              <a:ext cx="168964" cy="1689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000000"/>
                  </a:solidFill>
                </a:ln>
              </a:endParaRPr>
            </a:p>
          </p:txBody>
        </p:sp>
        <p:sp>
          <p:nvSpPr>
            <p:cNvPr id="23" name="Oval 22" descr="timeline markers">
              <a:extLst>
                <a:ext uri="{FF2B5EF4-FFF2-40B4-BE49-F238E27FC236}">
                  <a16:creationId xmlns:a16="http://schemas.microsoft.com/office/drawing/2014/main" id="{F27EC31D-ECF7-2506-30B4-722935FA9D3D}"/>
                </a:ext>
              </a:extLst>
            </p:cNvPr>
            <p:cNvSpPr/>
            <p:nvPr userDrawn="1"/>
          </p:nvSpPr>
          <p:spPr>
            <a:xfrm>
              <a:off x="9081504" y="2210200"/>
              <a:ext cx="168964" cy="1689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000000"/>
                  </a:solidFill>
                </a:ln>
              </a:endParaRPr>
            </a:p>
          </p:txBody>
        </p:sp>
        <p:sp>
          <p:nvSpPr>
            <p:cNvPr id="24" name="Oval 23" descr="timeline markers">
              <a:extLst>
                <a:ext uri="{FF2B5EF4-FFF2-40B4-BE49-F238E27FC236}">
                  <a16:creationId xmlns:a16="http://schemas.microsoft.com/office/drawing/2014/main" id="{13B9CBFF-A217-66BA-8175-67EA0304CEC7}"/>
                </a:ext>
              </a:extLst>
            </p:cNvPr>
            <p:cNvSpPr/>
            <p:nvPr userDrawn="1"/>
          </p:nvSpPr>
          <p:spPr>
            <a:xfrm>
              <a:off x="4499321" y="2210200"/>
              <a:ext cx="168964" cy="1689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000000"/>
                  </a:solidFill>
                </a:ln>
              </a:endParaRPr>
            </a:p>
          </p:txBody>
        </p:sp>
        <p:sp>
          <p:nvSpPr>
            <p:cNvPr id="25" name="Oval 24" descr="timeline markers">
              <a:extLst>
                <a:ext uri="{FF2B5EF4-FFF2-40B4-BE49-F238E27FC236}">
                  <a16:creationId xmlns:a16="http://schemas.microsoft.com/office/drawing/2014/main" id="{F5F5709F-F6ED-0A7B-9226-0276EEE9CBFF}"/>
                </a:ext>
              </a:extLst>
            </p:cNvPr>
            <p:cNvSpPr/>
            <p:nvPr userDrawn="1"/>
          </p:nvSpPr>
          <p:spPr>
            <a:xfrm>
              <a:off x="2665717" y="3835862"/>
              <a:ext cx="168964" cy="1689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000000"/>
                  </a:solidFill>
                </a:ln>
              </a:endParaRPr>
            </a:p>
          </p:txBody>
        </p:sp>
        <p:sp>
          <p:nvSpPr>
            <p:cNvPr id="26" name="Oval 25" descr="timeline markers">
              <a:extLst>
                <a:ext uri="{FF2B5EF4-FFF2-40B4-BE49-F238E27FC236}">
                  <a16:creationId xmlns:a16="http://schemas.microsoft.com/office/drawing/2014/main" id="{B60EC174-B1E8-C2FA-5D98-5E9DAD40CAE5}"/>
                </a:ext>
              </a:extLst>
            </p:cNvPr>
            <p:cNvSpPr/>
            <p:nvPr userDrawn="1"/>
          </p:nvSpPr>
          <p:spPr>
            <a:xfrm>
              <a:off x="6884455" y="3835862"/>
              <a:ext cx="168964" cy="1689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000000"/>
                  </a:solidFill>
                </a:ln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6463361D-C127-5239-4B87-61B909E83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75689" y="4286687"/>
            <a:ext cx="840963" cy="840963"/>
          </a:xfrm>
          <a:prstGeom prst="ellipse">
            <a:avLst/>
          </a:prstGeom>
          <a:solidFill>
            <a:schemeClr val="accent3">
              <a:lumMod val="40000"/>
              <a:lumOff val="6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302EBE6-0B04-CB66-1896-3630EF8D4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60044" y="5740518"/>
            <a:ext cx="840963" cy="840963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C60DF9E-71C1-E217-E470-BACAC335E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71764" y="2566758"/>
            <a:ext cx="840963" cy="840963"/>
          </a:xfrm>
          <a:prstGeom prst="ellipse">
            <a:avLst/>
          </a:prstGeom>
          <a:solidFill>
            <a:schemeClr val="accent4">
              <a:lumMod val="40000"/>
              <a:lumOff val="6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BF747FB-CC5F-D4CA-81E8-7A61F5358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60044" y="2566757"/>
            <a:ext cx="840963" cy="840963"/>
          </a:xfrm>
          <a:prstGeom prst="ellipse">
            <a:avLst/>
          </a:prstGeom>
          <a:solidFill>
            <a:schemeClr val="accent6">
              <a:lumMod val="40000"/>
              <a:lumOff val="6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A95E84-9374-9712-4B91-31F479E6C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90723" y="4286688"/>
            <a:ext cx="840963" cy="840963"/>
          </a:xfrm>
          <a:prstGeom prst="ellipse">
            <a:avLst/>
          </a:prstGeom>
          <a:solidFill>
            <a:schemeClr val="accent1">
              <a:lumMod val="20000"/>
              <a:lumOff val="8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EBBB4CD-0B4A-786E-963D-6BB36B9E7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7141" y="547522"/>
            <a:ext cx="840963" cy="84096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D5DA0-8F16-4F11-8B6E-A593133FA1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6488" y="457199"/>
            <a:ext cx="6932612" cy="1465723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0" name="Picture Placeholder 34">
            <a:extLst>
              <a:ext uri="{FF2B5EF4-FFF2-40B4-BE49-F238E27FC236}">
                <a16:creationId xmlns:a16="http://schemas.microsoft.com/office/drawing/2014/main" id="{EA10837A-18D5-41DD-A066-A079A09D86A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420935" y="466999"/>
            <a:ext cx="887413" cy="889000"/>
          </a:xfrm>
        </p:spPr>
        <p:txBody>
          <a:bodyPr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Text Placeholder 46">
            <a:extLst>
              <a:ext uri="{FF2B5EF4-FFF2-40B4-BE49-F238E27FC236}">
                <a16:creationId xmlns:a16="http://schemas.microsoft.com/office/drawing/2014/main" id="{DF68D5C6-4D23-4113-9FFA-AFAAB5A6DA0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408126" y="527314"/>
            <a:ext cx="2138339" cy="29976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FD8132DE-D62C-4410-983C-9F458DCEF6D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408126" y="930257"/>
            <a:ext cx="2138339" cy="601662"/>
          </a:xfrm>
        </p:spPr>
        <p:txBody>
          <a:bodyPr>
            <a:no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8" name="Picture Placeholder 34">
            <a:extLst>
              <a:ext uri="{FF2B5EF4-FFF2-40B4-BE49-F238E27FC236}">
                <a16:creationId xmlns:a16="http://schemas.microsoft.com/office/drawing/2014/main" id="{2B75D755-4972-4E8B-ACD5-FAE778A8627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458965" y="2484454"/>
            <a:ext cx="887413" cy="889000"/>
          </a:xfrm>
        </p:spPr>
        <p:txBody>
          <a:bodyPr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91051322-19B5-41CA-BEAB-A8F1B8CA54E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46156" y="2544769"/>
            <a:ext cx="2138339" cy="29976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0EEE7EDE-175B-450F-B4D2-50D992E53C5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46156" y="2947712"/>
            <a:ext cx="2138339" cy="601662"/>
          </a:xfrm>
        </p:spPr>
        <p:txBody>
          <a:bodyPr>
            <a:no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1" name="Picture Placeholder 34">
            <a:extLst>
              <a:ext uri="{FF2B5EF4-FFF2-40B4-BE49-F238E27FC236}">
                <a16:creationId xmlns:a16="http://schemas.microsoft.com/office/drawing/2014/main" id="{966FF594-D5D5-4FD4-A245-AAF0D053095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030968" y="2484454"/>
            <a:ext cx="887413" cy="889000"/>
          </a:xfrm>
        </p:spPr>
        <p:txBody>
          <a:bodyPr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Text Placeholder 46">
            <a:extLst>
              <a:ext uri="{FF2B5EF4-FFF2-40B4-BE49-F238E27FC236}">
                <a16:creationId xmlns:a16="http://schemas.microsoft.com/office/drawing/2014/main" id="{D8A4734F-8867-4923-806F-AE04360B22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018159" y="2544769"/>
            <a:ext cx="2138339" cy="29976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5" name="Text Placeholder 39">
            <a:extLst>
              <a:ext uri="{FF2B5EF4-FFF2-40B4-BE49-F238E27FC236}">
                <a16:creationId xmlns:a16="http://schemas.microsoft.com/office/drawing/2014/main" id="{3A5DD9C2-78E8-4416-B2C1-F07A9E25832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18159" y="2947712"/>
            <a:ext cx="2138339" cy="601662"/>
          </a:xfrm>
        </p:spPr>
        <p:txBody>
          <a:bodyPr>
            <a:no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7" name="Picture Placeholder 34">
            <a:extLst>
              <a:ext uri="{FF2B5EF4-FFF2-40B4-BE49-F238E27FC236}">
                <a16:creationId xmlns:a16="http://schemas.microsoft.com/office/drawing/2014/main" id="{B03F66BE-0084-45A8-85FC-1448DEA89D7E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586860" y="4201784"/>
            <a:ext cx="887413" cy="889000"/>
          </a:xfrm>
        </p:spPr>
        <p:txBody>
          <a:bodyPr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46">
            <a:extLst>
              <a:ext uri="{FF2B5EF4-FFF2-40B4-BE49-F238E27FC236}">
                <a16:creationId xmlns:a16="http://schemas.microsoft.com/office/drawing/2014/main" id="{DD5495C5-2CD2-4593-BC1F-CF0E7D3601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574051" y="4262099"/>
            <a:ext cx="2138339" cy="29976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8" name="Text Placeholder 39">
            <a:extLst>
              <a:ext uri="{FF2B5EF4-FFF2-40B4-BE49-F238E27FC236}">
                <a16:creationId xmlns:a16="http://schemas.microsoft.com/office/drawing/2014/main" id="{3F9DA6EE-3DE6-4493-AD6B-BEC7EE858CE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74051" y="4665042"/>
            <a:ext cx="2138339" cy="601662"/>
          </a:xfrm>
        </p:spPr>
        <p:txBody>
          <a:bodyPr>
            <a:no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2" name="Picture Placeholder 34">
            <a:extLst>
              <a:ext uri="{FF2B5EF4-FFF2-40B4-BE49-F238E27FC236}">
                <a16:creationId xmlns:a16="http://schemas.microsoft.com/office/drawing/2014/main" id="{D2B54852-DC63-410D-BE2A-4D723492843F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5818607" y="4201784"/>
            <a:ext cx="887413" cy="889000"/>
          </a:xfrm>
        </p:spPr>
        <p:txBody>
          <a:bodyPr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4" name="Text Placeholder 46">
            <a:extLst>
              <a:ext uri="{FF2B5EF4-FFF2-40B4-BE49-F238E27FC236}">
                <a16:creationId xmlns:a16="http://schemas.microsoft.com/office/drawing/2014/main" id="{FCE91BB7-DB4C-4F95-ADC1-2757AA68964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805798" y="4262099"/>
            <a:ext cx="2138339" cy="29976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3" name="Text Placeholder 39">
            <a:extLst>
              <a:ext uri="{FF2B5EF4-FFF2-40B4-BE49-F238E27FC236}">
                <a16:creationId xmlns:a16="http://schemas.microsoft.com/office/drawing/2014/main" id="{13567973-FE07-4747-9500-D565A3EF286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805798" y="4665042"/>
            <a:ext cx="2138339" cy="601662"/>
          </a:xfrm>
        </p:spPr>
        <p:txBody>
          <a:bodyPr>
            <a:no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5" name="Picture Placeholder 34">
            <a:extLst>
              <a:ext uri="{FF2B5EF4-FFF2-40B4-BE49-F238E27FC236}">
                <a16:creationId xmlns:a16="http://schemas.microsoft.com/office/drawing/2014/main" id="{7082A562-BADD-429E-BB11-8A40EE253FC4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8027987" y="5637179"/>
            <a:ext cx="887413" cy="889000"/>
          </a:xfrm>
        </p:spPr>
        <p:txBody>
          <a:bodyPr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67C61256-88BA-4ADF-A3CB-77D1B459CAE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15178" y="5697494"/>
            <a:ext cx="2138339" cy="29976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C8F3380A-C45C-44C2-BE84-98D3DADAEDA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015178" y="6100437"/>
            <a:ext cx="2138339" cy="601662"/>
          </a:xfrm>
        </p:spPr>
        <p:txBody>
          <a:bodyPr>
            <a:no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796885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0">
          <p15:clr>
            <a:srgbClr val="FBAE40"/>
          </p15:clr>
        </p15:guide>
        <p15:guide id="2" pos="3840">
          <p15:clr>
            <a:srgbClr val="FBAE40"/>
          </p15:clr>
        </p15:guide>
        <p15:guide id="3" pos="5760">
          <p15:clr>
            <a:srgbClr val="FBAE40"/>
          </p15:clr>
        </p15:guide>
        <p15:guide id="4" pos="3984">
          <p15:clr>
            <a:srgbClr val="5ACBF0"/>
          </p15:clr>
        </p15:guide>
        <p15:guide id="5" pos="3672">
          <p15:clr>
            <a:srgbClr val="5ACBF0"/>
          </p15:clr>
        </p15:guide>
        <p15:guide id="6" pos="2064">
          <p15:clr>
            <a:srgbClr val="5ACBF0"/>
          </p15:clr>
        </p15:guide>
        <p15:guide id="7" pos="1776">
          <p15:clr>
            <a:srgbClr val="5ACBF0"/>
          </p15:clr>
        </p15:guide>
        <p15:guide id="8" pos="5616">
          <p15:clr>
            <a:srgbClr val="5ACBF0"/>
          </p15:clr>
        </p15:guide>
        <p15:guide id="9" pos="5928">
          <p15:clr>
            <a:srgbClr val="5ACBF0"/>
          </p15:clr>
        </p15:guide>
        <p15:guide id="10" pos="144">
          <p15:clr>
            <a:srgbClr val="5ACBF0"/>
          </p15:clr>
        </p15:guide>
        <p15:guide id="11" orient="horz" pos="4200">
          <p15:clr>
            <a:srgbClr val="5ACBF0"/>
          </p15:clr>
        </p15:guide>
        <p15:guide id="12" pos="7536">
          <p15:clr>
            <a:srgbClr val="5ACBF0"/>
          </p15:clr>
        </p15:guide>
        <p15:guide id="13" orient="horz" pos="144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62CBDFFB-43F2-E81E-F21E-146274CAF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28601" y="485723"/>
            <a:ext cx="11633199" cy="6372277"/>
            <a:chOff x="228601" y="485723"/>
            <a:chExt cx="11633199" cy="6372277"/>
          </a:xfrm>
        </p:grpSpPr>
        <p:grpSp>
          <p:nvGrpSpPr>
            <p:cNvPr id="11" name="Group 10" descr="timeline">
              <a:extLst>
                <a:ext uri="{FF2B5EF4-FFF2-40B4-BE49-F238E27FC236}">
                  <a16:creationId xmlns:a16="http://schemas.microsoft.com/office/drawing/2014/main" id="{64CB4FD4-2B60-FF94-F186-C5E5E371CCCF}"/>
                </a:ext>
              </a:extLst>
            </p:cNvPr>
            <p:cNvGrpSpPr/>
            <p:nvPr userDrawn="1"/>
          </p:nvGrpSpPr>
          <p:grpSpPr>
            <a:xfrm>
              <a:off x="228601" y="485723"/>
              <a:ext cx="11633199" cy="6372277"/>
              <a:chOff x="228601" y="485723"/>
              <a:chExt cx="11633199" cy="6372277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5AFA5615-D0DF-0598-E62B-48CCFF6E8B11}"/>
                  </a:ext>
                </a:extLst>
              </p:cNvPr>
              <p:cNvGrpSpPr/>
              <p:nvPr/>
            </p:nvGrpSpPr>
            <p:grpSpPr>
              <a:xfrm rot="5400000" flipH="1">
                <a:off x="10012548" y="2066363"/>
                <a:ext cx="1691026" cy="2007478"/>
                <a:chOff x="6415077" y="1171530"/>
                <a:chExt cx="1890380" cy="1890380"/>
              </a:xfrm>
            </p:grpSpPr>
            <p:sp>
              <p:nvSpPr>
                <p:cNvPr id="23" name="Arc 22">
                  <a:extLst>
                    <a:ext uri="{FF2B5EF4-FFF2-40B4-BE49-F238E27FC236}">
                      <a16:creationId xmlns:a16="http://schemas.microsoft.com/office/drawing/2014/main" id="{D49290AB-2478-B63F-3663-984E994516C8}"/>
                    </a:ext>
                  </a:extLst>
                </p:cNvPr>
                <p:cNvSpPr/>
                <p:nvPr/>
              </p:nvSpPr>
              <p:spPr>
                <a:xfrm>
                  <a:off x="6415077" y="1171530"/>
                  <a:ext cx="1890380" cy="1890380"/>
                </a:xfrm>
                <a:prstGeom prst="arc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" name="Arc 23">
                  <a:extLst>
                    <a:ext uri="{FF2B5EF4-FFF2-40B4-BE49-F238E27FC236}">
                      <a16:creationId xmlns:a16="http://schemas.microsoft.com/office/drawing/2014/main" id="{FA2B5A77-9EFB-E41E-3700-44933A8AB32C}"/>
                    </a:ext>
                  </a:extLst>
                </p:cNvPr>
                <p:cNvSpPr/>
                <p:nvPr/>
              </p:nvSpPr>
              <p:spPr>
                <a:xfrm flipH="1">
                  <a:off x="6415077" y="1171530"/>
                  <a:ext cx="1890380" cy="1890380"/>
                </a:xfrm>
                <a:prstGeom prst="arc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6EB8760-0680-DC13-0300-AC5EBA209135}"/>
                  </a:ext>
                </a:extLst>
              </p:cNvPr>
              <p:cNvGrpSpPr/>
              <p:nvPr/>
            </p:nvGrpSpPr>
            <p:grpSpPr>
              <a:xfrm>
                <a:off x="228601" y="485723"/>
                <a:ext cx="10649366" cy="6372277"/>
                <a:chOff x="228601" y="485723"/>
                <a:chExt cx="10649366" cy="6372277"/>
              </a:xfrm>
            </p:grpSpPr>
            <p:sp>
              <p:nvSpPr>
                <p:cNvPr id="14" name="Arc 13">
                  <a:extLst>
                    <a:ext uri="{FF2B5EF4-FFF2-40B4-BE49-F238E27FC236}">
                      <a16:creationId xmlns:a16="http://schemas.microsoft.com/office/drawing/2014/main" id="{7E8EA5C7-3B6C-209F-A965-127501222A71}"/>
                    </a:ext>
                  </a:extLst>
                </p:cNvPr>
                <p:cNvSpPr/>
                <p:nvPr/>
              </p:nvSpPr>
              <p:spPr>
                <a:xfrm rot="16200000" flipH="1">
                  <a:off x="1107510" y="454768"/>
                  <a:ext cx="1737608" cy="1799518"/>
                </a:xfrm>
                <a:prstGeom prst="arc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0FAAA1D6-FB51-45BF-4727-1E4B94FCBBC9}"/>
                    </a:ext>
                  </a:extLst>
                </p:cNvPr>
                <p:cNvGrpSpPr/>
                <p:nvPr/>
              </p:nvGrpSpPr>
              <p:grpSpPr>
                <a:xfrm>
                  <a:off x="228601" y="2223331"/>
                  <a:ext cx="10649366" cy="4634669"/>
                  <a:chOff x="228601" y="2223331"/>
                  <a:chExt cx="10649366" cy="4634669"/>
                </a:xfrm>
              </p:grpSpPr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63D8AC22-3D42-36AA-4AED-D44B244801FD}"/>
                      </a:ext>
                    </a:extLst>
                  </p:cNvPr>
                  <p:cNvGrpSpPr/>
                  <p:nvPr/>
                </p:nvGrpSpPr>
                <p:grpSpPr>
                  <a:xfrm rot="16200000" flipH="1">
                    <a:off x="386827" y="3756863"/>
                    <a:ext cx="1691026" cy="2007478"/>
                    <a:chOff x="6415077" y="1171530"/>
                    <a:chExt cx="1890380" cy="1890380"/>
                  </a:xfrm>
                </p:grpSpPr>
                <p:sp>
                  <p:nvSpPr>
                    <p:cNvPr id="21" name="Arc 20">
                      <a:extLst>
                        <a:ext uri="{FF2B5EF4-FFF2-40B4-BE49-F238E27FC236}">
                          <a16:creationId xmlns:a16="http://schemas.microsoft.com/office/drawing/2014/main" id="{39530ACA-AD1A-1AC1-579C-8D29669F6A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15077" y="1171530"/>
                      <a:ext cx="1890380" cy="1890380"/>
                    </a:xfrm>
                    <a:prstGeom prst="arc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2" name="Arc 21">
                      <a:extLst>
                        <a:ext uri="{FF2B5EF4-FFF2-40B4-BE49-F238E27FC236}">
                          <a16:creationId xmlns:a16="http://schemas.microsoft.com/office/drawing/2014/main" id="{F3C8BEA3-CABA-C34A-9AD7-01CF74D5CB00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6415077" y="1171530"/>
                      <a:ext cx="1890380" cy="1890380"/>
                    </a:xfrm>
                    <a:prstGeom prst="arc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17" name="Arc 16">
                    <a:extLst>
                      <a:ext uri="{FF2B5EF4-FFF2-40B4-BE49-F238E27FC236}">
                        <a16:creationId xmlns:a16="http://schemas.microsoft.com/office/drawing/2014/main" id="{45D0D257-98A7-A7FD-AB2E-4A91518F69D1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3114163" y="5332299"/>
                    <a:ext cx="1251885" cy="1799518"/>
                  </a:xfrm>
                  <a:prstGeom prst="arc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057333F5-C577-833D-E0FE-4A41322C94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41052" y="2223331"/>
                    <a:ext cx="8936915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BB06B947-0873-6453-B5E5-4516AC55FA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216868" y="3915088"/>
                    <a:ext cx="9661099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D9189379-0D9B-8AEF-E7F0-9BD6799EAA83}"/>
                      </a:ext>
                    </a:extLst>
                  </p:cNvPr>
                  <p:cNvCxnSpPr>
                    <a:cxnSpLocks/>
                    <a:stCxn id="17" idx="2"/>
                  </p:cNvCxnSpPr>
                  <p:nvPr/>
                </p:nvCxnSpPr>
                <p:spPr>
                  <a:xfrm flipH="1" flipV="1">
                    <a:off x="1216868" y="5605864"/>
                    <a:ext cx="2523238" cy="25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25" name="Oval 24" descr="timeline markers">
              <a:extLst>
                <a:ext uri="{FF2B5EF4-FFF2-40B4-BE49-F238E27FC236}">
                  <a16:creationId xmlns:a16="http://schemas.microsoft.com/office/drawing/2014/main" id="{0A838F33-4C8C-86FA-D9DB-DD02CAA33017}"/>
                </a:ext>
              </a:extLst>
            </p:cNvPr>
            <p:cNvSpPr/>
            <p:nvPr userDrawn="1"/>
          </p:nvSpPr>
          <p:spPr>
            <a:xfrm flipH="1">
              <a:off x="1003747" y="1350041"/>
              <a:ext cx="168964" cy="1689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000000"/>
                  </a:solidFill>
                </a:ln>
              </a:endParaRPr>
            </a:p>
          </p:txBody>
        </p:sp>
        <p:sp>
          <p:nvSpPr>
            <p:cNvPr id="26" name="Oval 25" descr="timeline markers">
              <a:extLst>
                <a:ext uri="{FF2B5EF4-FFF2-40B4-BE49-F238E27FC236}">
                  <a16:creationId xmlns:a16="http://schemas.microsoft.com/office/drawing/2014/main" id="{701CEB4A-C5FA-2228-B816-1741B6C32365}"/>
                </a:ext>
              </a:extLst>
            </p:cNvPr>
            <p:cNvSpPr/>
            <p:nvPr userDrawn="1"/>
          </p:nvSpPr>
          <p:spPr>
            <a:xfrm flipH="1">
              <a:off x="4552816" y="6139523"/>
              <a:ext cx="168964" cy="1689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000000"/>
                  </a:solidFill>
                </a:ln>
              </a:endParaRPr>
            </a:p>
          </p:txBody>
        </p:sp>
        <p:sp>
          <p:nvSpPr>
            <p:cNvPr id="27" name="Oval 26" descr="timeline markers">
              <a:extLst>
                <a:ext uri="{FF2B5EF4-FFF2-40B4-BE49-F238E27FC236}">
                  <a16:creationId xmlns:a16="http://schemas.microsoft.com/office/drawing/2014/main" id="{FCF31CB5-F60A-A726-23C1-1DC9B89DF00A}"/>
                </a:ext>
              </a:extLst>
            </p:cNvPr>
            <p:cNvSpPr/>
            <p:nvPr userDrawn="1"/>
          </p:nvSpPr>
          <p:spPr>
            <a:xfrm flipH="1">
              <a:off x="6162090" y="2132914"/>
              <a:ext cx="168964" cy="1689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000000"/>
                  </a:solidFill>
                </a:ln>
              </a:endParaRPr>
            </a:p>
          </p:txBody>
        </p:sp>
        <p:sp>
          <p:nvSpPr>
            <p:cNvPr id="28" name="Oval 27" descr="timeline markers">
              <a:extLst>
                <a:ext uri="{FF2B5EF4-FFF2-40B4-BE49-F238E27FC236}">
                  <a16:creationId xmlns:a16="http://schemas.microsoft.com/office/drawing/2014/main" id="{0D13D444-C5B3-9645-F323-18377E8881B8}"/>
                </a:ext>
              </a:extLst>
            </p:cNvPr>
            <p:cNvSpPr/>
            <p:nvPr userDrawn="1"/>
          </p:nvSpPr>
          <p:spPr>
            <a:xfrm flipH="1">
              <a:off x="9810032" y="2132914"/>
              <a:ext cx="168964" cy="1689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000000"/>
                  </a:solidFill>
                </a:ln>
              </a:endParaRPr>
            </a:p>
          </p:txBody>
        </p:sp>
        <p:sp>
          <p:nvSpPr>
            <p:cNvPr id="29" name="Oval 28" descr="timeline markers">
              <a:extLst>
                <a:ext uri="{FF2B5EF4-FFF2-40B4-BE49-F238E27FC236}">
                  <a16:creationId xmlns:a16="http://schemas.microsoft.com/office/drawing/2014/main" id="{E43D2186-2D3F-89CE-86E1-397A3DF02671}"/>
                </a:ext>
              </a:extLst>
            </p:cNvPr>
            <p:cNvSpPr/>
            <p:nvPr userDrawn="1"/>
          </p:nvSpPr>
          <p:spPr>
            <a:xfrm flipH="1">
              <a:off x="9810032" y="3836703"/>
              <a:ext cx="168964" cy="1689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000000"/>
                  </a:solidFill>
                </a:ln>
              </a:endParaRPr>
            </a:p>
          </p:txBody>
        </p:sp>
        <p:sp>
          <p:nvSpPr>
            <p:cNvPr id="30" name="Oval 29" descr="timeline markers">
              <a:extLst>
                <a:ext uri="{FF2B5EF4-FFF2-40B4-BE49-F238E27FC236}">
                  <a16:creationId xmlns:a16="http://schemas.microsoft.com/office/drawing/2014/main" id="{4F95576B-6888-4BF6-ACB1-8FDB20F0A0CF}"/>
                </a:ext>
              </a:extLst>
            </p:cNvPr>
            <p:cNvSpPr/>
            <p:nvPr userDrawn="1"/>
          </p:nvSpPr>
          <p:spPr>
            <a:xfrm flipH="1">
              <a:off x="6162090" y="3836703"/>
              <a:ext cx="168964" cy="1689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000000"/>
                  </a:solidFill>
                </a:ln>
              </a:endParaRPr>
            </a:p>
          </p:txBody>
        </p:sp>
        <p:sp>
          <p:nvSpPr>
            <p:cNvPr id="31" name="Oval 30" descr="timeline markers">
              <a:extLst>
                <a:ext uri="{FF2B5EF4-FFF2-40B4-BE49-F238E27FC236}">
                  <a16:creationId xmlns:a16="http://schemas.microsoft.com/office/drawing/2014/main" id="{81194BAC-8E0B-EF9B-C5CE-E9F4CE86A51B}"/>
                </a:ext>
              </a:extLst>
            </p:cNvPr>
            <p:cNvSpPr/>
            <p:nvPr userDrawn="1"/>
          </p:nvSpPr>
          <p:spPr>
            <a:xfrm flipH="1">
              <a:off x="2512199" y="3831770"/>
              <a:ext cx="168964" cy="1689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000000"/>
                  </a:solidFill>
                </a:ln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023E61BF-74EE-3ADD-E392-2C9465FB4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17482" y="4272898"/>
            <a:ext cx="840963" cy="840963"/>
          </a:xfrm>
          <a:prstGeom prst="ellipse">
            <a:avLst/>
          </a:prstGeom>
          <a:solidFill>
            <a:schemeClr val="accent1">
              <a:lumMod val="20000"/>
              <a:lumOff val="8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FA80D7C-3D69-D8BC-1946-402154BA7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8105" y="4272898"/>
            <a:ext cx="840963" cy="840963"/>
          </a:xfrm>
          <a:prstGeom prst="ellipse">
            <a:avLst/>
          </a:prstGeom>
          <a:solidFill>
            <a:schemeClr val="accent3">
              <a:lumMod val="40000"/>
              <a:lumOff val="6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B7E4537-34F5-716C-92EF-EC66B7EC2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8105" y="2477008"/>
            <a:ext cx="840963" cy="840963"/>
          </a:xfrm>
          <a:prstGeom prst="ellipse">
            <a:avLst/>
          </a:prstGeom>
          <a:solidFill>
            <a:schemeClr val="accent4">
              <a:lumMod val="40000"/>
              <a:lumOff val="6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896C1E-894E-5831-C764-D33FB22B3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17482" y="2477008"/>
            <a:ext cx="840963" cy="84096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DFD4B5F-4106-85CA-4CC0-CEE82EA43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17382" y="2477008"/>
            <a:ext cx="840963" cy="840963"/>
          </a:xfrm>
          <a:prstGeom prst="ellipse">
            <a:avLst/>
          </a:prstGeom>
          <a:solidFill>
            <a:schemeClr val="accent2">
              <a:lumMod val="40000"/>
              <a:lumOff val="6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B066A74-C4F4-F28E-F914-069277FC0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17382" y="4272898"/>
            <a:ext cx="840963" cy="840963"/>
          </a:xfrm>
          <a:prstGeom prst="ellipse">
            <a:avLst/>
          </a:prstGeom>
          <a:solidFill>
            <a:schemeClr val="accent6">
              <a:lumMod val="40000"/>
              <a:lumOff val="6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034111-896E-DD45-5B35-C6C001588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2935" y="329409"/>
            <a:ext cx="840963" cy="84096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28F8B15-95F3-B723-F609-DE8C2EF0F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17482" y="5750417"/>
            <a:ext cx="840963" cy="840963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017577-965B-4F93-A2EE-44D638A8C6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1168" y="457199"/>
            <a:ext cx="7287931" cy="131790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9" name="Picture Placeholder 34">
            <a:extLst>
              <a:ext uri="{FF2B5EF4-FFF2-40B4-BE49-F238E27FC236}">
                <a16:creationId xmlns:a16="http://schemas.microsoft.com/office/drawing/2014/main" id="{E846108A-BBFA-4FDA-9BAA-78AA09FEF2B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62501" y="306053"/>
            <a:ext cx="887413" cy="889000"/>
          </a:xfrm>
        </p:spPr>
        <p:txBody>
          <a:bodyPr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0" name="Text Placeholder 46">
            <a:extLst>
              <a:ext uri="{FF2B5EF4-FFF2-40B4-BE49-F238E27FC236}">
                <a16:creationId xmlns:a16="http://schemas.microsoft.com/office/drawing/2014/main" id="{FC7F0546-1415-48CA-8E73-91D3480ED57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49692" y="411976"/>
            <a:ext cx="2138339" cy="29976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9" name="Text Placeholder 39">
            <a:extLst>
              <a:ext uri="{FF2B5EF4-FFF2-40B4-BE49-F238E27FC236}">
                <a16:creationId xmlns:a16="http://schemas.microsoft.com/office/drawing/2014/main" id="{15177575-6B71-4584-8E0B-D151D973200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749692" y="814919"/>
            <a:ext cx="2138339" cy="601662"/>
          </a:xfrm>
        </p:spPr>
        <p:txBody>
          <a:bodyPr>
            <a:no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7" name="Picture Placeholder 34">
            <a:extLst>
              <a:ext uri="{FF2B5EF4-FFF2-40B4-BE49-F238E27FC236}">
                <a16:creationId xmlns:a16="http://schemas.microsoft.com/office/drawing/2014/main" id="{C38ECA3B-7319-4FDB-BCA5-42DE903E763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551364" y="2453724"/>
            <a:ext cx="887413" cy="889000"/>
          </a:xfrm>
        </p:spPr>
        <p:txBody>
          <a:bodyPr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6" name="Text Placeholder 46">
            <a:extLst>
              <a:ext uri="{FF2B5EF4-FFF2-40B4-BE49-F238E27FC236}">
                <a16:creationId xmlns:a16="http://schemas.microsoft.com/office/drawing/2014/main" id="{0601897E-1B17-49DA-9E03-BCE007BD9AC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53374" y="2477008"/>
            <a:ext cx="2138339" cy="29976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5" name="Text Placeholder 39">
            <a:extLst>
              <a:ext uri="{FF2B5EF4-FFF2-40B4-BE49-F238E27FC236}">
                <a16:creationId xmlns:a16="http://schemas.microsoft.com/office/drawing/2014/main" id="{72308068-AAC7-4C44-AAF1-B2E1EC218C5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53374" y="2877635"/>
            <a:ext cx="2138339" cy="601662"/>
          </a:xfrm>
        </p:spPr>
        <p:txBody>
          <a:bodyPr>
            <a:no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4" name="Picture Placeholder 34">
            <a:extLst>
              <a:ext uri="{FF2B5EF4-FFF2-40B4-BE49-F238E27FC236}">
                <a16:creationId xmlns:a16="http://schemas.microsoft.com/office/drawing/2014/main" id="{633BE360-454A-4A5C-9104-60910DAB61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1364" y="4186831"/>
            <a:ext cx="887413" cy="889000"/>
          </a:xfrm>
        </p:spPr>
        <p:txBody>
          <a:bodyPr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8" name="Text Placeholder 46">
            <a:extLst>
              <a:ext uri="{FF2B5EF4-FFF2-40B4-BE49-F238E27FC236}">
                <a16:creationId xmlns:a16="http://schemas.microsoft.com/office/drawing/2014/main" id="{9F9535F2-A766-44AF-9AD3-51BA2C6F2ED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53374" y="4240861"/>
            <a:ext cx="2138339" cy="29976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7" name="Text Placeholder 39">
            <a:extLst>
              <a:ext uri="{FF2B5EF4-FFF2-40B4-BE49-F238E27FC236}">
                <a16:creationId xmlns:a16="http://schemas.microsoft.com/office/drawing/2014/main" id="{19CE1DF1-96AA-415F-9715-D5354F419B5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553374" y="4641488"/>
            <a:ext cx="2138339" cy="601662"/>
          </a:xfrm>
        </p:spPr>
        <p:txBody>
          <a:bodyPr>
            <a:no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6" name="Picture Placeholder 34">
            <a:extLst>
              <a:ext uri="{FF2B5EF4-FFF2-40B4-BE49-F238E27FC236}">
                <a16:creationId xmlns:a16="http://schemas.microsoft.com/office/drawing/2014/main" id="{55DF7ED3-48B8-48C6-A240-C3F0AF0405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103465" y="2453724"/>
            <a:ext cx="887413" cy="889000"/>
          </a:xfrm>
        </p:spPr>
        <p:txBody>
          <a:bodyPr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2" name="Text Placeholder 46">
            <a:extLst>
              <a:ext uri="{FF2B5EF4-FFF2-40B4-BE49-F238E27FC236}">
                <a16:creationId xmlns:a16="http://schemas.microsoft.com/office/drawing/2014/main" id="{60735320-27D8-4F8E-A024-598776C9D1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16956" y="2477008"/>
            <a:ext cx="2138339" cy="29976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1" name="Text Placeholder 39">
            <a:extLst>
              <a:ext uri="{FF2B5EF4-FFF2-40B4-BE49-F238E27FC236}">
                <a16:creationId xmlns:a16="http://schemas.microsoft.com/office/drawing/2014/main" id="{CF686D19-A348-4080-A966-C34BC802E27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16956" y="2877635"/>
            <a:ext cx="2138339" cy="601662"/>
          </a:xfrm>
        </p:spPr>
        <p:txBody>
          <a:bodyPr>
            <a:no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3" name="Picture Placeholder 34">
            <a:extLst>
              <a:ext uri="{FF2B5EF4-FFF2-40B4-BE49-F238E27FC236}">
                <a16:creationId xmlns:a16="http://schemas.microsoft.com/office/drawing/2014/main" id="{65A0AFA3-6580-43C1-B098-2C7BCA9F6C7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03465" y="4186831"/>
            <a:ext cx="887413" cy="889000"/>
          </a:xfrm>
        </p:spPr>
        <p:txBody>
          <a:bodyPr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0" name="Text Placeholder 46">
            <a:extLst>
              <a:ext uri="{FF2B5EF4-FFF2-40B4-BE49-F238E27FC236}">
                <a16:creationId xmlns:a16="http://schemas.microsoft.com/office/drawing/2014/main" id="{752DFA8A-D6FA-4ECD-9E35-F71EA4E99C7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16956" y="4240861"/>
            <a:ext cx="2138339" cy="29976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9" name="Text Placeholder 39">
            <a:extLst>
              <a:ext uri="{FF2B5EF4-FFF2-40B4-BE49-F238E27FC236}">
                <a16:creationId xmlns:a16="http://schemas.microsoft.com/office/drawing/2014/main" id="{626608D9-0200-4530-A392-8778E0D0440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16956" y="4641488"/>
            <a:ext cx="2138339" cy="601662"/>
          </a:xfrm>
        </p:spPr>
        <p:txBody>
          <a:bodyPr>
            <a:no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0" name="Picture Placeholder 34">
            <a:extLst>
              <a:ext uri="{FF2B5EF4-FFF2-40B4-BE49-F238E27FC236}">
                <a16:creationId xmlns:a16="http://schemas.microsoft.com/office/drawing/2014/main" id="{06FACEF4-EC76-40B1-ABAB-DFB9AB1C6F8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03465" y="5749817"/>
            <a:ext cx="887413" cy="889000"/>
          </a:xfrm>
        </p:spPr>
        <p:txBody>
          <a:bodyPr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4" name="Text Placeholder 46">
            <a:extLst>
              <a:ext uri="{FF2B5EF4-FFF2-40B4-BE49-F238E27FC236}">
                <a16:creationId xmlns:a16="http://schemas.microsoft.com/office/drawing/2014/main" id="{4E33188F-DB97-4480-8F80-07EABC10A01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16956" y="5750417"/>
            <a:ext cx="2138339" cy="29976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3" name="Text Placeholder 39">
            <a:extLst>
              <a:ext uri="{FF2B5EF4-FFF2-40B4-BE49-F238E27FC236}">
                <a16:creationId xmlns:a16="http://schemas.microsoft.com/office/drawing/2014/main" id="{EAAFD4E3-0D64-4DC4-AC95-C45ABD2AE6F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16956" y="6138282"/>
            <a:ext cx="2138339" cy="601662"/>
          </a:xfrm>
        </p:spPr>
        <p:txBody>
          <a:bodyPr>
            <a:no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Picture Placeholder 34">
            <a:extLst>
              <a:ext uri="{FF2B5EF4-FFF2-40B4-BE49-F238E27FC236}">
                <a16:creationId xmlns:a16="http://schemas.microsoft.com/office/drawing/2014/main" id="{2D1EF856-2381-405C-A913-80809E59AA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55566" y="2453724"/>
            <a:ext cx="887413" cy="889000"/>
          </a:xfrm>
        </p:spPr>
        <p:txBody>
          <a:bodyPr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8" name="Text Placeholder 46">
            <a:extLst>
              <a:ext uri="{FF2B5EF4-FFF2-40B4-BE49-F238E27FC236}">
                <a16:creationId xmlns:a16="http://schemas.microsoft.com/office/drawing/2014/main" id="{716BD719-7234-4908-ABBF-43004C9CA95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10761" y="2477008"/>
            <a:ext cx="2138339" cy="29976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7" name="Text Placeholder 39">
            <a:extLst>
              <a:ext uri="{FF2B5EF4-FFF2-40B4-BE49-F238E27FC236}">
                <a16:creationId xmlns:a16="http://schemas.microsoft.com/office/drawing/2014/main" id="{F9B127AA-A9E2-41AB-8FAE-D787CE0242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710761" y="2877635"/>
            <a:ext cx="2138339" cy="601662"/>
          </a:xfrm>
        </p:spPr>
        <p:txBody>
          <a:bodyPr>
            <a:no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Picture Placeholder 34">
            <a:extLst>
              <a:ext uri="{FF2B5EF4-FFF2-40B4-BE49-F238E27FC236}">
                <a16:creationId xmlns:a16="http://schemas.microsoft.com/office/drawing/2014/main" id="{90EC8BEC-DD26-4CF5-9BA3-62FB1DE4E8F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655566" y="4186831"/>
            <a:ext cx="887413" cy="889000"/>
          </a:xfrm>
        </p:spPr>
        <p:txBody>
          <a:bodyPr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Text Placeholder 46">
            <a:extLst>
              <a:ext uri="{FF2B5EF4-FFF2-40B4-BE49-F238E27FC236}">
                <a16:creationId xmlns:a16="http://schemas.microsoft.com/office/drawing/2014/main" id="{55B6C77E-DBDB-42A4-9B9B-3F2CF47584F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710761" y="4240861"/>
            <a:ext cx="2138339" cy="29976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4FBB9E9-CEBE-45B8-BF68-9E764AEF4C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710761" y="4641488"/>
            <a:ext cx="2138339" cy="601662"/>
          </a:xfrm>
        </p:spPr>
        <p:txBody>
          <a:bodyPr>
            <a:no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53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0">
          <p15:clr>
            <a:srgbClr val="FBAE40"/>
          </p15:clr>
        </p15:guide>
        <p15:guide id="2" pos="3840">
          <p15:clr>
            <a:srgbClr val="FBAE40"/>
          </p15:clr>
        </p15:guide>
        <p15:guide id="3" pos="5760">
          <p15:clr>
            <a:srgbClr val="FBAE40"/>
          </p15:clr>
        </p15:guide>
        <p15:guide id="4" pos="3984">
          <p15:clr>
            <a:srgbClr val="5ACBF0"/>
          </p15:clr>
        </p15:guide>
        <p15:guide id="5" pos="3672" userDrawn="1">
          <p15:clr>
            <a:srgbClr val="5ACBF0"/>
          </p15:clr>
        </p15:guide>
        <p15:guide id="6" pos="2064">
          <p15:clr>
            <a:srgbClr val="5ACBF0"/>
          </p15:clr>
        </p15:guide>
        <p15:guide id="7" pos="1776">
          <p15:clr>
            <a:srgbClr val="5ACBF0"/>
          </p15:clr>
        </p15:guide>
        <p15:guide id="8" pos="5616">
          <p15:clr>
            <a:srgbClr val="5ACBF0"/>
          </p15:clr>
        </p15:guide>
        <p15:guide id="9" pos="5928" userDrawn="1">
          <p15:clr>
            <a:srgbClr val="5ACBF0"/>
          </p15:clr>
        </p15:guide>
        <p15:guide id="10" pos="144">
          <p15:clr>
            <a:srgbClr val="5ACBF0"/>
          </p15:clr>
        </p15:guide>
        <p15:guide id="11" orient="horz" pos="4200" userDrawn="1">
          <p15:clr>
            <a:srgbClr val="5ACBF0"/>
          </p15:clr>
        </p15:guide>
        <p15:guide id="12" pos="7536">
          <p15:clr>
            <a:srgbClr val="5ACBF0"/>
          </p15:clr>
        </p15:guide>
        <p15:guide id="13" orient="horz" pos="14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90B616-241D-4DFE-BC2F-C001ED77E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24" y="457200"/>
            <a:ext cx="11731752" cy="75895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E909E-CC4A-4E51-BC02-B893225D2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0124" y="1825625"/>
            <a:ext cx="1173175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B6EE4-1695-4DD6-9758-84FFE963D6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0124" y="636106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FDAD0-21E9-42D0-8C63-C6563197FC13}" type="datetimeFigureOut">
              <a:rPr lang="en-US" smtClean="0"/>
              <a:t>9/19/2024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3250D-A8F9-4682-AD84-FD37BCAA62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85652" y="6356350"/>
            <a:ext cx="5820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1A788-841D-41AB-A983-152B6532F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867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E3823-CC86-4AC6-95C0-DC3ECA80F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66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4" r:id="rId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11" Type="http://schemas.openxmlformats.org/officeDocument/2006/relationships/image" Target="../media/image11.png"/><Relationship Id="rId5" Type="http://schemas.openxmlformats.org/officeDocument/2006/relationships/image" Target="../media/image1.png"/><Relationship Id="rId10" Type="http://schemas.openxmlformats.org/officeDocument/2006/relationships/image" Target="../media/image6.svg"/><Relationship Id="rId4" Type="http://schemas.openxmlformats.org/officeDocument/2006/relationships/image" Target="../media/image10.svg"/><Relationship Id="rId9" Type="http://schemas.openxmlformats.org/officeDocument/2006/relationships/image" Target="../media/image5.png"/><Relationship Id="rId1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4827BC-1867-4AEF-8917-48108BFA2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24" y="457199"/>
            <a:ext cx="11731752" cy="1482133"/>
          </a:xfrm>
        </p:spPr>
        <p:txBody>
          <a:bodyPr/>
          <a:lstStyle/>
          <a:p>
            <a:r>
              <a:rPr lang="en-IN" dirty="0"/>
              <a:t>Methodology</a:t>
            </a:r>
            <a:br>
              <a:rPr lang="en-IN" dirty="0"/>
            </a:br>
            <a:br>
              <a:rPr lang="en-IN" dirty="0"/>
            </a:br>
            <a:r>
              <a:rPr lang="en-US" sz="2400" cap="none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project will involve the following steps</a:t>
            </a:r>
            <a:endParaRPr lang="en-US" dirty="0"/>
          </a:p>
        </p:txBody>
      </p:sp>
      <p:pic>
        <p:nvPicPr>
          <p:cNvPr id="23" name="Picture Placeholder 22" descr="Seed Packet">
            <a:extLst>
              <a:ext uri="{FF2B5EF4-FFF2-40B4-BE49-F238E27FC236}">
                <a16:creationId xmlns:a16="http://schemas.microsoft.com/office/drawing/2014/main" id="{328809D6-74EB-4AE9-A789-42A189ABA20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361591" y="2616354"/>
            <a:ext cx="887413" cy="889000"/>
          </a:xfr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E091A31-7866-4F47-B0CF-3293835EED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33457" y="4019516"/>
            <a:ext cx="2585943" cy="369311"/>
          </a:xfrm>
        </p:spPr>
        <p:txBody>
          <a:bodyPr/>
          <a:lstStyle/>
          <a:p>
            <a:r>
              <a:rPr lang="en-IN" dirty="0"/>
              <a:t>Data Preprocessing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3413A59-8009-405C-B473-F659F4B46E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9643" y="4491306"/>
            <a:ext cx="2158999" cy="6016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0 - 14 days</a:t>
            </a:r>
          </a:p>
          <a:p>
            <a:endParaRPr lang="en-US" dirty="0"/>
          </a:p>
        </p:txBody>
      </p:sp>
      <p:pic>
        <p:nvPicPr>
          <p:cNvPr id="37" name="Picture Placeholder 36" descr="Sprouting Seed">
            <a:extLst>
              <a:ext uri="{FF2B5EF4-FFF2-40B4-BE49-F238E27FC236}">
                <a16:creationId xmlns:a16="http://schemas.microsoft.com/office/drawing/2014/main" id="{808BB55A-E218-4F23-8F36-9631520FC9E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420929" y="2616354"/>
            <a:ext cx="887413" cy="889000"/>
          </a:xfr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350F797-AA8E-422D-B1BE-31919E5E85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1457" y="4019516"/>
            <a:ext cx="2585943" cy="369311"/>
          </a:xfrm>
        </p:spPr>
        <p:txBody>
          <a:bodyPr/>
          <a:lstStyle/>
          <a:p>
            <a:r>
              <a:rPr lang="en-IN" dirty="0"/>
              <a:t>Model Development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93FFC51-169D-49BB-A779-7EFB4D82AD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80136" y="4491306"/>
            <a:ext cx="1983726" cy="6016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14 - 35 days</a:t>
            </a:r>
          </a:p>
          <a:p>
            <a:endParaRPr lang="en-US" dirty="0"/>
          </a:p>
        </p:txBody>
      </p:sp>
      <p:pic>
        <p:nvPicPr>
          <p:cNvPr id="50" name="Picture Placeholder 49" descr="Deciduous tree">
            <a:extLst>
              <a:ext uri="{FF2B5EF4-FFF2-40B4-BE49-F238E27FC236}">
                <a16:creationId xmlns:a16="http://schemas.microsoft.com/office/drawing/2014/main" id="{8FAF4296-69A8-4B30-9839-88B54712291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407299" y="2616354"/>
            <a:ext cx="887413" cy="889000"/>
          </a:xfr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A642F3E-3C03-4E20-ABCA-E003162FC00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26144" y="4019516"/>
            <a:ext cx="2585943" cy="772621"/>
          </a:xfrm>
        </p:spPr>
        <p:txBody>
          <a:bodyPr/>
          <a:lstStyle/>
          <a:p>
            <a:r>
              <a:rPr lang="en-IN" dirty="0"/>
              <a:t>Model Evaluation          &amp; Feature Importance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62FF5CE-711D-42E8-B7EA-B1A1F77253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45356" y="4792137"/>
            <a:ext cx="1983726" cy="6016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35 days  – 60 days</a:t>
            </a:r>
          </a:p>
          <a:p>
            <a:endParaRPr lang="en-US" dirty="0"/>
          </a:p>
        </p:txBody>
      </p:sp>
      <p:pic>
        <p:nvPicPr>
          <p:cNvPr id="41" name="Picture Placeholder 40" descr="Apple">
            <a:extLst>
              <a:ext uri="{FF2B5EF4-FFF2-40B4-BE49-F238E27FC236}">
                <a16:creationId xmlns:a16="http://schemas.microsoft.com/office/drawing/2014/main" id="{62F99FB0-410C-43BA-A2EB-190B8F5F349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456949" y="2616354"/>
            <a:ext cx="887413" cy="889000"/>
          </a:xfr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7D8C714-BC59-4848-A254-B9834EBACE4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4144" y="4019516"/>
            <a:ext cx="2585943" cy="369311"/>
          </a:xfrm>
        </p:spPr>
        <p:txBody>
          <a:bodyPr/>
          <a:lstStyle/>
          <a:p>
            <a:r>
              <a:rPr lang="en-IN" dirty="0"/>
              <a:t>Deployment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433887D-8F27-4450-A714-B160672FA7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676136" y="4491306"/>
            <a:ext cx="1983726" cy="6016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60 days  – 80 days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310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9FC30-DAC3-D33F-D489-0F5EEE7C7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FD46E9-F3F3-4DDB-903A-3B8913EEBFA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367B2-2187-DC68-7015-AF411DDD366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2D949-D263-CEB2-4D17-30AEC1E2205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D8AB96C-0959-E6D0-CEC6-0B24DAC5539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2085C3-4B8E-4965-3246-AD17C426E89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CB8B5B-5516-FADE-57FC-52A1E639219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1C5745F-376C-28B3-A7FF-6537B9E931D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23A7D2-0811-4992-FF09-80234B0B7B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1680715-F310-2070-5F5B-0F8FB55D9B2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EEE8B51-D1B9-E6CF-9DBE-0227436AD9EB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F758ECB-D1FA-96D1-9CFD-1AD21FD463B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01D072B-C63D-302E-A016-94AFCDAD397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CE9EB27-C975-5EA5-A8E4-9A373B20055E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8257F-0E42-0F58-F69A-F7070BE614D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AD9525D-6DCB-E1B1-29DC-AB6E5F4B885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63533DC-AF37-1491-04B6-D60E34B969D9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7C52BA6-81A7-15EC-3903-D1AAD2F4C8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3E1E641-652E-B4CB-73C2-EDFD598D0E2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581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225BA5-9FA7-4106-AC33-85F2D35EC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488" y="457199"/>
            <a:ext cx="6932612" cy="1465723"/>
          </a:xfrm>
        </p:spPr>
        <p:txBody>
          <a:bodyPr/>
          <a:lstStyle/>
          <a:p>
            <a:r>
              <a:rPr lang="en-US" dirty="0"/>
              <a:t>Growth Timeline </a:t>
            </a:r>
          </a:p>
        </p:txBody>
      </p:sp>
      <p:pic>
        <p:nvPicPr>
          <p:cNvPr id="23" name="Picture Placeholder 22" descr="Garden Tools">
            <a:extLst>
              <a:ext uri="{FF2B5EF4-FFF2-40B4-BE49-F238E27FC236}">
                <a16:creationId xmlns:a16="http://schemas.microsoft.com/office/drawing/2014/main" id="{47016B31-9AF9-4A2C-8992-088D6BE179A3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20935" y="466999"/>
            <a:ext cx="887413" cy="889000"/>
          </a:xfrm>
        </p:spPr>
      </p:pic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BA655D06-4225-4A2B-AEF8-4E2C18FE017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408126" y="527314"/>
            <a:ext cx="2138339" cy="299767"/>
          </a:xfrm>
        </p:spPr>
        <p:txBody>
          <a:bodyPr/>
          <a:lstStyle/>
          <a:p>
            <a:r>
              <a:rPr lang="en-US" dirty="0"/>
              <a:t>Start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6C25C378-80FF-4681-8B38-CD93033F258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2408126" y="930257"/>
            <a:ext cx="2138339" cy="6016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Day 0</a:t>
            </a:r>
          </a:p>
          <a:p>
            <a:endParaRPr lang="en-US" dirty="0"/>
          </a:p>
        </p:txBody>
      </p:sp>
      <p:pic>
        <p:nvPicPr>
          <p:cNvPr id="50" name="Picture Placeholder 49" descr="Seed Packet">
            <a:extLst>
              <a:ext uri="{FF2B5EF4-FFF2-40B4-BE49-F238E27FC236}">
                <a16:creationId xmlns:a16="http://schemas.microsoft.com/office/drawing/2014/main" id="{BC1A8F56-CD55-494E-91FC-4D0C55EE3922}"/>
              </a:ext>
            </a:extLst>
          </p:cNvPr>
          <p:cNvPicPr>
            <a:picLocks noGrp="1" noChangeAspect="1"/>
          </p:cNvPicPr>
          <p:nvPr>
            <p:ph type="pic" sz="quarter" idx="4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458965" y="2484454"/>
            <a:ext cx="887413" cy="889000"/>
          </a:xfr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0788CAD0-F091-43AE-9E0B-C44D9BCFFDB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446156" y="2544769"/>
            <a:ext cx="2138339" cy="299767"/>
          </a:xfrm>
        </p:spPr>
        <p:txBody>
          <a:bodyPr/>
          <a:lstStyle/>
          <a:p>
            <a:r>
              <a:rPr lang="en-US" dirty="0"/>
              <a:t>Seed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C9B9DFF3-1270-46CD-83D5-5C0F3710735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446156" y="2947712"/>
            <a:ext cx="2138339" cy="6016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0 – 14 days</a:t>
            </a:r>
          </a:p>
          <a:p>
            <a:endParaRPr lang="en-US" dirty="0"/>
          </a:p>
        </p:txBody>
      </p:sp>
      <p:pic>
        <p:nvPicPr>
          <p:cNvPr id="52" name="Picture Placeholder 51" descr="Sprouting Seed">
            <a:extLst>
              <a:ext uri="{FF2B5EF4-FFF2-40B4-BE49-F238E27FC236}">
                <a16:creationId xmlns:a16="http://schemas.microsoft.com/office/drawing/2014/main" id="{05183537-C2C3-43F6-935E-27E647202486}"/>
              </a:ext>
            </a:extLst>
          </p:cNvPr>
          <p:cNvPicPr>
            <a:picLocks noGrp="1" noChangeAspect="1"/>
          </p:cNvPicPr>
          <p:nvPr>
            <p:ph type="pic" sz="quarter" idx="43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030968" y="2484454"/>
            <a:ext cx="887413" cy="88900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0E64BD-FC67-4B26-8FED-8E078A3CF228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018159" y="2544769"/>
            <a:ext cx="2138339" cy="299767"/>
          </a:xfrm>
        </p:spPr>
        <p:txBody>
          <a:bodyPr/>
          <a:lstStyle/>
          <a:p>
            <a:r>
              <a:rPr lang="en-US" dirty="0"/>
              <a:t>Seedling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8CA8C-F8B5-45B2-8FCA-3A6F8DF40E9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018159" y="2947712"/>
            <a:ext cx="2138339" cy="6016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14 – 30 days</a:t>
            </a:r>
          </a:p>
          <a:p>
            <a:endParaRPr lang="en-US" dirty="0"/>
          </a:p>
        </p:txBody>
      </p:sp>
      <p:pic>
        <p:nvPicPr>
          <p:cNvPr id="57" name="Picture Placeholder 56" descr="Deciduous tree">
            <a:extLst>
              <a:ext uri="{FF2B5EF4-FFF2-40B4-BE49-F238E27FC236}">
                <a16:creationId xmlns:a16="http://schemas.microsoft.com/office/drawing/2014/main" id="{A83112AD-B949-4C0B-B56E-D32DC625D856}"/>
              </a:ext>
            </a:extLst>
          </p:cNvPr>
          <p:cNvPicPr>
            <a:picLocks noGrp="1" noChangeAspect="1"/>
          </p:cNvPicPr>
          <p:nvPr>
            <p:ph type="pic" sz="quarter" idx="46"/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586860" y="4201784"/>
            <a:ext cx="887413" cy="889000"/>
          </a:xfr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A0F53B-4BED-46EF-9057-6334F372F67C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74051" y="4262099"/>
            <a:ext cx="2138339" cy="299767"/>
          </a:xfrm>
        </p:spPr>
        <p:txBody>
          <a:bodyPr/>
          <a:lstStyle/>
          <a:p>
            <a:r>
              <a:rPr lang="en-US" dirty="0"/>
              <a:t>Tree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97D2850-98E7-4919-B0CF-C3FCCCD1B00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74051" y="4665042"/>
            <a:ext cx="2138339" cy="6016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180 days – 3 years</a:t>
            </a:r>
          </a:p>
          <a:p>
            <a:endParaRPr lang="en-US" dirty="0"/>
          </a:p>
        </p:txBody>
      </p:sp>
      <p:pic>
        <p:nvPicPr>
          <p:cNvPr id="55" name="Picture Placeholder 54" descr="Plant">
            <a:extLst>
              <a:ext uri="{FF2B5EF4-FFF2-40B4-BE49-F238E27FC236}">
                <a16:creationId xmlns:a16="http://schemas.microsoft.com/office/drawing/2014/main" id="{FBE14225-80F2-406E-9F56-CBFC89FC7CDF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5818607" y="4201784"/>
            <a:ext cx="887413" cy="889000"/>
          </a:xfrm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0B357ED-D4DE-4947-9921-0142523A7681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805798" y="4262099"/>
            <a:ext cx="2138339" cy="299767"/>
          </a:xfrm>
        </p:spPr>
        <p:txBody>
          <a:bodyPr/>
          <a:lstStyle/>
          <a:p>
            <a:r>
              <a:rPr lang="en-US" dirty="0"/>
              <a:t>Sapling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6B23F16-63C4-4CE4-9CB8-640B2DFFBE5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6805798" y="4665042"/>
            <a:ext cx="2138339" cy="6016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60 – 180 days</a:t>
            </a:r>
          </a:p>
          <a:p>
            <a:endParaRPr lang="en-US" dirty="0"/>
          </a:p>
        </p:txBody>
      </p:sp>
      <p:pic>
        <p:nvPicPr>
          <p:cNvPr id="60" name="Picture Placeholder 59" descr="Apple">
            <a:extLst>
              <a:ext uri="{FF2B5EF4-FFF2-40B4-BE49-F238E27FC236}">
                <a16:creationId xmlns:a16="http://schemas.microsoft.com/office/drawing/2014/main" id="{6592CDC9-FA33-4CCA-A716-E0EB2D714F58}"/>
              </a:ext>
            </a:extLst>
          </p:cNvPr>
          <p:cNvPicPr>
            <a:picLocks noGrp="1" noChangeAspect="1"/>
          </p:cNvPicPr>
          <p:nvPr>
            <p:ph type="pic" sz="quarter" idx="52"/>
          </p:nvPr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8027987" y="5637179"/>
            <a:ext cx="887413" cy="889000"/>
          </a:xfr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F5D9E13-3778-4E76-95F1-32465C1D6C90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9015178" y="5697494"/>
            <a:ext cx="2138339" cy="299767"/>
          </a:xfrm>
        </p:spPr>
        <p:txBody>
          <a:bodyPr/>
          <a:lstStyle/>
          <a:p>
            <a:r>
              <a:rPr lang="en-US" dirty="0"/>
              <a:t>Apple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A19BD99-1FDD-406D-B94B-E97493647B4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015178" y="6100437"/>
            <a:ext cx="2138339" cy="6016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3 – 5 years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0036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1">
      <a:dk1>
        <a:srgbClr val="000000"/>
      </a:dk1>
      <a:lt1>
        <a:srgbClr val="FFFFFF"/>
      </a:lt1>
      <a:dk2>
        <a:srgbClr val="8439BD"/>
      </a:dk2>
      <a:lt2>
        <a:srgbClr val="EBEBEB"/>
      </a:lt2>
      <a:accent1>
        <a:srgbClr val="0EABB7"/>
      </a:accent1>
      <a:accent2>
        <a:srgbClr val="4868E5"/>
      </a:accent2>
      <a:accent3>
        <a:srgbClr val="20A472"/>
      </a:accent3>
      <a:accent4>
        <a:srgbClr val="B13DC8"/>
      </a:accent4>
      <a:accent5>
        <a:srgbClr val="172DA6"/>
      </a:accent5>
      <a:accent6>
        <a:srgbClr val="00B0F0"/>
      </a:accent6>
      <a:hlink>
        <a:srgbClr val="00B0F0"/>
      </a:hlink>
      <a:folHlink>
        <a:srgbClr val="B13DC8"/>
      </a:folHlink>
    </a:clrScheme>
    <a:fontScheme name="Custom 11">
      <a:majorFont>
        <a:latin typeface="Speak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owth timeline_Win32_SL_V2" id="{472B563D-2627-40FF-B9AC-E4DA2ED22769}" vid="{9B52D68F-B76B-4F51-976F-7AA8D82DE1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02B775F-F54D-44C9-8A5E-6C450232D590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5DF148-9FDC-4005-8A04-620B40F2F34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B4A5DDF-7FD6-499B-B491-57E2295EF4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A3A226-061F-4345-9ED1-C442DC0380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Growth timeline</Template>
  <TotalTime>14</TotalTime>
  <Words>71</Words>
  <Application>Microsoft Office PowerPoint</Application>
  <PresentationFormat>Widescreen</PresentationFormat>
  <Paragraphs>24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Avenir Next LT Pro Light</vt:lpstr>
      <vt:lpstr>Calibri</vt:lpstr>
      <vt:lpstr>Calibri Light</vt:lpstr>
      <vt:lpstr>Speak Pro</vt:lpstr>
      <vt:lpstr>Custom</vt:lpstr>
      <vt:lpstr>Methodology  The project will involve the following steps</vt:lpstr>
      <vt:lpstr>PowerPoint Presentation</vt:lpstr>
      <vt:lpstr>Growth Timeline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Kumar</dc:creator>
  <cp:lastModifiedBy>Rahul Kumar</cp:lastModifiedBy>
  <cp:revision>2</cp:revision>
  <dcterms:created xsi:type="dcterms:W3CDTF">2024-09-19T00:06:10Z</dcterms:created>
  <dcterms:modified xsi:type="dcterms:W3CDTF">2024-09-19T00:20:31Z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